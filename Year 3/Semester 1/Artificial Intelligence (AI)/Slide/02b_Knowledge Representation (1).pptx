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trictFirstAndLastChars="0" embedTrueTypeFonts="1" saveSubsetFonts="1" autoCompressPictures="0">
  <p:sldMasterIdLst>
    <p:sldMasterId id="2147483648" r:id="rId1"/>
  </p:sldMasterIdLst>
  <p:notesMasterIdLst>
    <p:notesMasterId r:id="rId102"/>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 id="303" r:id="rId49"/>
    <p:sldId id="304" r:id="rId50"/>
    <p:sldId id="305" r:id="rId51"/>
    <p:sldId id="306" r:id="rId52"/>
    <p:sldId id="307" r:id="rId53"/>
    <p:sldId id="308" r:id="rId54"/>
    <p:sldId id="309" r:id="rId55"/>
    <p:sldId id="310" r:id="rId56"/>
    <p:sldId id="311" r:id="rId57"/>
    <p:sldId id="312" r:id="rId58"/>
    <p:sldId id="313" r:id="rId59"/>
    <p:sldId id="314" r:id="rId60"/>
    <p:sldId id="315" r:id="rId61"/>
    <p:sldId id="316" r:id="rId62"/>
    <p:sldId id="317" r:id="rId63"/>
    <p:sldId id="318" r:id="rId64"/>
    <p:sldId id="319" r:id="rId65"/>
    <p:sldId id="320" r:id="rId66"/>
    <p:sldId id="321" r:id="rId67"/>
    <p:sldId id="322" r:id="rId68"/>
    <p:sldId id="323" r:id="rId69"/>
    <p:sldId id="324" r:id="rId70"/>
    <p:sldId id="325" r:id="rId71"/>
    <p:sldId id="326" r:id="rId72"/>
    <p:sldId id="327" r:id="rId73"/>
    <p:sldId id="328" r:id="rId74"/>
    <p:sldId id="329" r:id="rId75"/>
    <p:sldId id="330" r:id="rId76"/>
    <p:sldId id="352" r:id="rId77"/>
    <p:sldId id="331" r:id="rId78"/>
    <p:sldId id="332" r:id="rId79"/>
    <p:sldId id="333" r:id="rId80"/>
    <p:sldId id="334" r:id="rId81"/>
    <p:sldId id="335" r:id="rId82"/>
    <p:sldId id="336" r:id="rId83"/>
    <p:sldId id="337" r:id="rId84"/>
    <p:sldId id="338" r:id="rId85"/>
    <p:sldId id="339" r:id="rId86"/>
    <p:sldId id="354" r:id="rId87"/>
    <p:sldId id="355" r:id="rId88"/>
    <p:sldId id="353" r:id="rId89"/>
    <p:sldId id="340" r:id="rId90"/>
    <p:sldId id="341" r:id="rId91"/>
    <p:sldId id="342" r:id="rId92"/>
    <p:sldId id="343" r:id="rId93"/>
    <p:sldId id="344" r:id="rId94"/>
    <p:sldId id="345" r:id="rId95"/>
    <p:sldId id="346" r:id="rId96"/>
    <p:sldId id="347" r:id="rId97"/>
    <p:sldId id="348" r:id="rId98"/>
    <p:sldId id="349" r:id="rId99"/>
    <p:sldId id="350" r:id="rId100"/>
    <p:sldId id="351" r:id="rId101"/>
  </p:sldIdLst>
  <p:sldSz cx="9144000" cy="6858000" type="screen4x3"/>
  <p:notesSz cx="6858000" cy="9144000"/>
  <p:embeddedFontLst>
    <p:embeddedFont>
      <p:font typeface="Noto Sans Symbols" panose="020B0604020202020204" charset="0"/>
      <p:regular r:id="rId103"/>
      <p:bold r:id="rId104"/>
    </p:embeddedFont>
    <p:embeddedFont>
      <p:font typeface="Roboto" panose="02000000000000000000" pitchFamily="2" charset="0"/>
      <p:regular r:id="rId105"/>
      <p:bold r:id="rId106"/>
      <p:italic r:id="rId107"/>
      <p:boldItalic r:id="rId108"/>
    </p:embeddedFont>
    <p:embeddedFont>
      <p:font typeface="Times" panose="02020603050405020304" pitchFamily="18" charset="0"/>
      <p:regular r:id="rId109"/>
      <p:bold r:id="rId110"/>
      <p:italic r:id="rId111"/>
      <p:boldItalic r:id="rId112"/>
    </p:embeddedFont>
    <p:embeddedFont>
      <p:font typeface="Verdana" panose="020B0604030504040204" pitchFamily="34" charset="0"/>
      <p:regular r:id="rId113"/>
      <p:bold r:id="rId114"/>
      <p:italic r:id="rId115"/>
      <p:boldItalic r:id="rId116"/>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117" roundtripDataSignature="AMtx7miuZLCrW8Ei6kTO5uap7RJPujX0lA=="/>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27E3FD37-E51E-45CE-BA92-77F17C752122}">
  <a:tblStyle styleId="{27E3FD37-E51E-45CE-BA92-77F17C752122}" styleName="Table_0">
    <a:wholeTbl>
      <a:tcTxStyle b="off" i="off">
        <a:font>
          <a:latin typeface="Arial"/>
          <a:ea typeface="Arial"/>
          <a:cs typeface="Arial"/>
        </a:font>
        <a:srgbClr val="000000"/>
      </a:tcTxStyle>
      <a:tcStyle>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59" d="100"/>
          <a:sy n="59" d="100"/>
        </p:scale>
        <p:origin x="1494" y="7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117" Type="http://customschemas.google.com/relationships/presentationmetadata" Target="metadata"/><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font" Target="fonts/font10.fntdata"/><Relationship Id="rId16" Type="http://schemas.openxmlformats.org/officeDocument/2006/relationships/slide" Target="slides/slide15.xml"/><Relationship Id="rId107" Type="http://schemas.openxmlformats.org/officeDocument/2006/relationships/font" Target="fonts/font5.fntdata"/><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notesMaster" Target="notesMasters/notesMaster1.xml"/><Relationship Id="rId5" Type="http://schemas.openxmlformats.org/officeDocument/2006/relationships/slide" Target="slides/slide4.xml"/><Relationship Id="rId61" Type="http://schemas.openxmlformats.org/officeDocument/2006/relationships/slide" Target="slides/slide60.xml"/><Relationship Id="rId82" Type="http://schemas.openxmlformats.org/officeDocument/2006/relationships/slide" Target="slides/slide81.xml"/><Relationship Id="rId90" Type="http://schemas.openxmlformats.org/officeDocument/2006/relationships/slide" Target="slides/slide89.xml"/><Relationship Id="rId95" Type="http://schemas.openxmlformats.org/officeDocument/2006/relationships/slide" Target="slides/slide94.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font" Target="fonts/font3.fntdata"/><Relationship Id="rId113" Type="http://schemas.openxmlformats.org/officeDocument/2006/relationships/font" Target="fonts/font11.fntdata"/><Relationship Id="rId118"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openxmlformats.org/officeDocument/2006/relationships/slide" Target="slides/slide79.xml"/><Relationship Id="rId85" Type="http://schemas.openxmlformats.org/officeDocument/2006/relationships/slide" Target="slides/slide84.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tableStyles" Target="tableStyle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103" Type="http://schemas.openxmlformats.org/officeDocument/2006/relationships/font" Target="fonts/font1.fntdata"/><Relationship Id="rId108" Type="http://schemas.openxmlformats.org/officeDocument/2006/relationships/font" Target="fonts/font6.fntdata"/><Relationship Id="rId116" Type="http://schemas.openxmlformats.org/officeDocument/2006/relationships/font" Target="fonts/font14.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slide" Target="slides/slide74.xml"/><Relationship Id="rId83" Type="http://schemas.openxmlformats.org/officeDocument/2006/relationships/slide" Target="slides/slide82.xml"/><Relationship Id="rId88" Type="http://schemas.openxmlformats.org/officeDocument/2006/relationships/slide" Target="slides/slide87.xml"/><Relationship Id="rId91" Type="http://schemas.openxmlformats.org/officeDocument/2006/relationships/slide" Target="slides/slide90.xml"/><Relationship Id="rId96" Type="http://schemas.openxmlformats.org/officeDocument/2006/relationships/slide" Target="slides/slide95.xml"/><Relationship Id="rId111" Type="http://schemas.openxmlformats.org/officeDocument/2006/relationships/font" Target="fonts/font9.fntdata"/><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font" Target="fonts/font4.fntdata"/><Relationship Id="rId114" Type="http://schemas.openxmlformats.org/officeDocument/2006/relationships/font" Target="fonts/font12.fntdata"/><Relationship Id="rId119"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font" Target="fonts/font7.fntdata"/><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font" Target="fonts/font2.fntdata"/><Relationship Id="rId120" Type="http://schemas.openxmlformats.org/officeDocument/2006/relationships/theme" Target="theme/theme1.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font" Target="fonts/font8.fntdata"/><Relationship Id="rId115" Type="http://schemas.openxmlformats.org/officeDocument/2006/relationships/font" Target="fonts/font13.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txBox="1">
            <a:spLocks noGrp="1"/>
          </p:cNvSpPr>
          <p:nvPr>
            <p:ph type="hdr" idx="2"/>
          </p:nvPr>
        </p:nvSpPr>
        <p:spPr>
          <a:xfrm>
            <a:off x="0" y="0"/>
            <a:ext cx="2971800" cy="4572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4" name="Google Shape;4;n"/>
          <p:cNvSpPr txBox="1">
            <a:spLocks noGrp="1"/>
          </p:cNvSpPr>
          <p:nvPr>
            <p:ph type="dt" idx="10"/>
          </p:nvPr>
        </p:nvSpPr>
        <p:spPr>
          <a:xfrm>
            <a:off x="3884613" y="0"/>
            <a:ext cx="2971800" cy="457200"/>
          </a:xfrm>
          <a:prstGeom prst="rect">
            <a:avLst/>
          </a:prstGeom>
          <a:noFill/>
          <a:ln>
            <a:noFill/>
          </a:ln>
        </p:spPr>
        <p:txBody>
          <a:bodyPr spcFirstLastPara="1" wrap="square" lIns="91425" tIns="45700" rIns="91425" bIns="45700" anchor="t" anchorCtr="0">
            <a:noAutofit/>
          </a:bodyPr>
          <a:lstStyle>
            <a:lvl1pPr marR="0" lvl="0" algn="r"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5" name="Google Shape;5;n"/>
          <p:cNvSpPr>
            <a:spLocks noGrp="1" noRot="1" noChangeAspect="1"/>
          </p:cNvSpPr>
          <p:nvPr>
            <p:ph type="sldImg" idx="3"/>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 name="Google Shape;6;n"/>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lvl1pPr marL="457200" marR="0" lvl="0"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L="914400" marR="0" lvl="1"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2pPr>
            <a:lvl3pPr marL="1371600" marR="0" lvl="2"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3pPr>
            <a:lvl4pPr marL="1828800" marR="0" lvl="3"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4pPr>
            <a:lvl5pPr marL="2286000" marR="0" lvl="4"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5pPr>
            <a:lvl6pPr marL="2743200" marR="0" lvl="5"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9pPr>
          </a:lstStyle>
          <a:p>
            <a:endParaRPr/>
          </a:p>
        </p:txBody>
      </p:sp>
      <p:sp>
        <p:nvSpPr>
          <p:cNvPr id="7" name="Google Shape;7;n"/>
          <p:cNvSpPr txBox="1">
            <a:spLocks noGrp="1"/>
          </p:cNvSpPr>
          <p:nvPr>
            <p:ph type="ftr" idx="11"/>
          </p:nvPr>
        </p:nvSpPr>
        <p:spPr>
          <a:xfrm>
            <a:off x="0" y="8685213"/>
            <a:ext cx="2971800" cy="457200"/>
          </a:xfrm>
          <a:prstGeom prst="rect">
            <a:avLst/>
          </a:prstGeom>
          <a:noFill/>
          <a:ln>
            <a:noFill/>
          </a:ln>
        </p:spPr>
        <p:txBody>
          <a:bodyPr spcFirstLastPara="1" wrap="square" lIns="91425" tIns="45700" rIns="91425" bIns="45700" anchor="b" anchorCtr="0">
            <a:noAutofit/>
          </a:bodyPr>
          <a:lstStyle>
            <a:lvl1pPr marR="0" lvl="0" algn="l" rtl="0">
              <a:lnSpc>
                <a:spcPct val="100000"/>
              </a:lnSpc>
              <a:spcBef>
                <a:spcPts val="0"/>
              </a:spcBef>
              <a:spcAft>
                <a:spcPts val="0"/>
              </a:spcAft>
              <a:buClr>
                <a:srgbClr val="000000"/>
              </a:buClr>
              <a:buSzPts val="1400"/>
              <a:buFont typeface="Arial"/>
              <a:buNone/>
              <a:defRPr sz="12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8" name="Google Shape;8;n"/>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US" sz="1200" b="0" i="0" u="none" strike="noStrike" cap="none">
                <a:solidFill>
                  <a:schemeClr val="dk1"/>
                </a:solidFill>
                <a:latin typeface="Calibri"/>
                <a:ea typeface="Calibri"/>
                <a:cs typeface="Calibri"/>
                <a:sym typeface="Calibri"/>
              </a:rPr>
              <a:t>‹#›</a:t>
            </a:fld>
            <a:endParaRPr sz="1200" b="0" i="0" u="none" strike="noStrike" cap="none">
              <a:solidFill>
                <a:schemeClr val="dk1"/>
              </a:solidFill>
              <a:latin typeface="Calibri"/>
              <a:ea typeface="Calibri"/>
              <a:cs typeface="Calibri"/>
              <a:sym typeface="Calibri"/>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55.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2" Type="http://schemas.openxmlformats.org/officeDocument/2006/relationships/slide" Target="../slides/slide66.xml"/><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2" Type="http://schemas.openxmlformats.org/officeDocument/2006/relationships/slide" Target="../slides/slide72.xml"/><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2" Type="http://schemas.openxmlformats.org/officeDocument/2006/relationships/slide" Target="../slides/slide73.xml"/><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2" Type="http://schemas.openxmlformats.org/officeDocument/2006/relationships/slide" Target="../slides/slide74.xml"/><Relationship Id="rId1" Type="http://schemas.openxmlformats.org/officeDocument/2006/relationships/notesMaster" Target="../notesMasters/notesMaster1.xml"/></Relationships>
</file>

<file path=ppt/notesSlides/_rels/notesSlide75.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7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7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78.xml.rels><?xml version="1.0" encoding="UTF-8" standalone="yes"?>
<Relationships xmlns="http://schemas.openxmlformats.org/package/2006/relationships"><Relationship Id="rId2" Type="http://schemas.openxmlformats.org/officeDocument/2006/relationships/slide" Target="../slides/slide79.xml"/><Relationship Id="rId1" Type="http://schemas.openxmlformats.org/officeDocument/2006/relationships/notesMaster" Target="../notesMasters/notesMaster1.xml"/></Relationships>
</file>

<file path=ppt/notesSlides/_rels/notesSlide79.xml.rels><?xml version="1.0" encoding="UTF-8" standalone="yes"?>
<Relationships xmlns="http://schemas.openxmlformats.org/package/2006/relationships"><Relationship Id="rId2" Type="http://schemas.openxmlformats.org/officeDocument/2006/relationships/slide" Target="../slides/slide80.xml"/><Relationship Id="rId1" Type="http://schemas.openxmlformats.org/officeDocument/2006/relationships/notesMaster" Target="../notesMasters/notesMaster1.xml"/></Relationships>
</file>

<file path=ppt/notesSlides/_rels/notesSlide80.xml.rels><?xml version="1.0" encoding="UTF-8" standalone="yes"?>
<Relationships xmlns="http://schemas.openxmlformats.org/package/2006/relationships"><Relationship Id="rId2" Type="http://schemas.openxmlformats.org/officeDocument/2006/relationships/slide" Target="../slides/slide81.xml"/><Relationship Id="rId1" Type="http://schemas.openxmlformats.org/officeDocument/2006/relationships/notesMaster" Target="../notesMasters/notesMaster1.xml"/></Relationships>
</file>

<file path=ppt/notesSlides/_rels/notesSlide81.xml.rels><?xml version="1.0" encoding="UTF-8" standalone="yes"?>
<Relationships xmlns="http://schemas.openxmlformats.org/package/2006/relationships"><Relationship Id="rId2" Type="http://schemas.openxmlformats.org/officeDocument/2006/relationships/slide" Target="../slides/slide82.xml"/><Relationship Id="rId1" Type="http://schemas.openxmlformats.org/officeDocument/2006/relationships/notesMaster" Target="../notesMasters/notesMaster1.xml"/></Relationships>
</file>

<file path=ppt/notesSlides/_rels/notesSlide82.xml.rels><?xml version="1.0" encoding="UTF-8" standalone="yes"?>
<Relationships xmlns="http://schemas.openxmlformats.org/package/2006/relationships"><Relationship Id="rId2" Type="http://schemas.openxmlformats.org/officeDocument/2006/relationships/slide" Target="../slides/slide83.xml"/><Relationship Id="rId1" Type="http://schemas.openxmlformats.org/officeDocument/2006/relationships/notesMaster" Target="../notesMasters/notesMaster1.xml"/></Relationships>
</file>

<file path=ppt/notesSlides/_rels/notesSlide83.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84.xml.rels><?xml version="1.0" encoding="UTF-8" standalone="yes"?>
<Relationships xmlns="http://schemas.openxmlformats.org/package/2006/relationships"><Relationship Id="rId2" Type="http://schemas.openxmlformats.org/officeDocument/2006/relationships/slide" Target="../slides/slide85.xml"/><Relationship Id="rId1" Type="http://schemas.openxmlformats.org/officeDocument/2006/relationships/notesMaster" Target="../notesMasters/notesMaster1.xml"/></Relationships>
</file>

<file path=ppt/notesSlides/_rels/notesSlide85.xml.rels><?xml version="1.0" encoding="UTF-8" standalone="yes"?>
<Relationships xmlns="http://schemas.openxmlformats.org/package/2006/relationships"><Relationship Id="rId2" Type="http://schemas.openxmlformats.org/officeDocument/2006/relationships/slide" Target="../slides/slide89.xml"/><Relationship Id="rId1" Type="http://schemas.openxmlformats.org/officeDocument/2006/relationships/notesMaster" Target="../notesMasters/notesMaster1.xml"/></Relationships>
</file>

<file path=ppt/notesSlides/_rels/notesSlide86.xml.rels><?xml version="1.0" encoding="UTF-8" standalone="yes"?>
<Relationships xmlns="http://schemas.openxmlformats.org/package/2006/relationships"><Relationship Id="rId2" Type="http://schemas.openxmlformats.org/officeDocument/2006/relationships/slide" Target="../slides/slide90.xml"/><Relationship Id="rId1" Type="http://schemas.openxmlformats.org/officeDocument/2006/relationships/notesMaster" Target="../notesMasters/notesMaster1.xml"/></Relationships>
</file>

<file path=ppt/notesSlides/_rels/notesSlide87.xml.rels><?xml version="1.0" encoding="UTF-8" standalone="yes"?>
<Relationships xmlns="http://schemas.openxmlformats.org/package/2006/relationships"><Relationship Id="rId2" Type="http://schemas.openxmlformats.org/officeDocument/2006/relationships/slide" Target="../slides/slide91.xml"/><Relationship Id="rId1" Type="http://schemas.openxmlformats.org/officeDocument/2006/relationships/notesMaster" Target="../notesMasters/notesMaster1.xml"/></Relationships>
</file>

<file path=ppt/notesSlides/_rels/notesSlide88.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89.xml.rels><?xml version="1.0" encoding="UTF-8" standalone="yes"?>
<Relationships xmlns="http://schemas.openxmlformats.org/package/2006/relationships"><Relationship Id="rId2" Type="http://schemas.openxmlformats.org/officeDocument/2006/relationships/slide" Target="../slides/slide93.xml"/><Relationship Id="rId1" Type="http://schemas.openxmlformats.org/officeDocument/2006/relationships/notesMaster" Target="../notesMasters/notesMaster1.xml"/></Relationships>
</file>

<file path=ppt/notesSlides/_rels/notesSlide90.xml.rels><?xml version="1.0" encoding="UTF-8" standalone="yes"?>
<Relationships xmlns="http://schemas.openxmlformats.org/package/2006/relationships"><Relationship Id="rId2" Type="http://schemas.openxmlformats.org/officeDocument/2006/relationships/slide" Target="../slides/slide94.xml"/><Relationship Id="rId1" Type="http://schemas.openxmlformats.org/officeDocument/2006/relationships/notesMaster" Target="../notesMasters/notesMaster1.xml"/></Relationships>
</file>

<file path=ppt/notesSlides/_rels/notesSlide9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92.xml.rels><?xml version="1.0" encoding="UTF-8" standalone="yes"?>
<Relationships xmlns="http://schemas.openxmlformats.org/package/2006/relationships"><Relationship Id="rId2" Type="http://schemas.openxmlformats.org/officeDocument/2006/relationships/slide" Target="../slides/slide96.xml"/><Relationship Id="rId1" Type="http://schemas.openxmlformats.org/officeDocument/2006/relationships/notesMaster" Target="../notesMasters/notesMaster1.xml"/></Relationships>
</file>

<file path=ppt/notesSlides/_rels/notesSlide93.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94.xml.rels><?xml version="1.0" encoding="UTF-8" standalone="yes"?>
<Relationships xmlns="http://schemas.openxmlformats.org/package/2006/relationships"><Relationship Id="rId2" Type="http://schemas.openxmlformats.org/officeDocument/2006/relationships/slide" Target="../slides/slide98.xml"/><Relationship Id="rId1" Type="http://schemas.openxmlformats.org/officeDocument/2006/relationships/notesMaster" Target="../notesMasters/notesMaster1.xml"/></Relationships>
</file>

<file path=ppt/notesSlides/_rels/notesSlide95.xml.rels><?xml version="1.0" encoding="UTF-8" standalone="yes"?>
<Relationships xmlns="http://schemas.openxmlformats.org/package/2006/relationships"><Relationship Id="rId2" Type="http://schemas.openxmlformats.org/officeDocument/2006/relationships/slide" Target="../slides/slide99.xml"/><Relationship Id="rId1" Type="http://schemas.openxmlformats.org/officeDocument/2006/relationships/notesMaster" Target="../notesMasters/notesMaster1.xml"/></Relationships>
</file>

<file path=ppt/notesSlides/_rels/notesSlide96.xml.rels><?xml version="1.0" encoding="UTF-8" standalone="yes"?>
<Relationships xmlns="http://schemas.openxmlformats.org/package/2006/relationships"><Relationship Id="rId2" Type="http://schemas.openxmlformats.org/officeDocument/2006/relationships/slide" Target="../slides/slide10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4"/>
        <p:cNvGrpSpPr/>
        <p:nvPr/>
      </p:nvGrpSpPr>
      <p:grpSpPr>
        <a:xfrm>
          <a:off x="0" y="0"/>
          <a:ext cx="0" cy="0"/>
          <a:chOff x="0" y="0"/>
          <a:chExt cx="0" cy="0"/>
        </a:xfrm>
      </p:grpSpPr>
      <p:sp>
        <p:nvSpPr>
          <p:cNvPr id="105" name="Google Shape;105;p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06" name="Google Shape;106;p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1"/>
        <p:cNvGrpSpPr/>
        <p:nvPr/>
      </p:nvGrpSpPr>
      <p:grpSpPr>
        <a:xfrm>
          <a:off x="0" y="0"/>
          <a:ext cx="0" cy="0"/>
          <a:chOff x="0" y="0"/>
          <a:chExt cx="0" cy="0"/>
        </a:xfrm>
      </p:grpSpPr>
      <p:sp>
        <p:nvSpPr>
          <p:cNvPr id="112" name="Google Shape;112;p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13" name="Google Shape;113;p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marR="0" lvl="0" indent="0" algn="l" rtl="0">
              <a:lnSpc>
                <a:spcPct val="100000"/>
              </a:lnSpc>
              <a:spcBef>
                <a:spcPts val="0"/>
              </a:spcBef>
              <a:spcAft>
                <a:spcPts val="0"/>
              </a:spcAft>
              <a:buClr>
                <a:schemeClr val="dk1"/>
              </a:buClr>
              <a:buSzPts val="1200"/>
              <a:buFont typeface="Calibri"/>
              <a:buNone/>
            </a:pPr>
            <a:r>
              <a:rPr lang="en-US" b="1"/>
              <a:t>Application : </a:t>
            </a:r>
            <a:r>
              <a:rPr lang="en-US"/>
              <a:t>Example by using text processing, text mining, image processing, natural language processing, speech recognition, video.</a:t>
            </a:r>
            <a:endParaRPr/>
          </a:p>
          <a:p>
            <a:pPr marL="0" lvl="0" indent="0" algn="l" rtl="0">
              <a:lnSpc>
                <a:spcPct val="100000"/>
              </a:lnSpc>
              <a:spcBef>
                <a:spcPts val="0"/>
              </a:spcBef>
              <a:spcAft>
                <a:spcPts val="0"/>
              </a:spcAft>
              <a:buSzPts val="1400"/>
              <a:buNone/>
            </a:pPr>
            <a:endParaRPr/>
          </a:p>
        </p:txBody>
      </p:sp>
      <p:sp>
        <p:nvSpPr>
          <p:cNvPr id="114" name="Google Shape;114;p2: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2</a:t>
            </a:fld>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1"/>
        <p:cNvGrpSpPr/>
        <p:nvPr/>
      </p:nvGrpSpPr>
      <p:grpSpPr>
        <a:xfrm>
          <a:off x="0" y="0"/>
          <a:ext cx="0" cy="0"/>
          <a:chOff x="0" y="0"/>
          <a:chExt cx="0" cy="0"/>
        </a:xfrm>
      </p:grpSpPr>
      <p:sp>
        <p:nvSpPr>
          <p:cNvPr id="122" name="Google Shape;122;p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3" name="Google Shape;123;p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7"/>
        <p:cNvGrpSpPr/>
        <p:nvPr/>
      </p:nvGrpSpPr>
      <p:grpSpPr>
        <a:xfrm>
          <a:off x="0" y="0"/>
          <a:ext cx="0" cy="0"/>
          <a:chOff x="0" y="0"/>
          <a:chExt cx="0" cy="0"/>
        </a:xfrm>
      </p:grpSpPr>
      <p:sp>
        <p:nvSpPr>
          <p:cNvPr id="128" name="Google Shape;128;p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29" name="Google Shape;129;p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3"/>
        <p:cNvGrpSpPr/>
        <p:nvPr/>
      </p:nvGrpSpPr>
      <p:grpSpPr>
        <a:xfrm>
          <a:off x="0" y="0"/>
          <a:ext cx="0" cy="0"/>
          <a:chOff x="0" y="0"/>
          <a:chExt cx="0" cy="0"/>
        </a:xfrm>
      </p:grpSpPr>
      <p:sp>
        <p:nvSpPr>
          <p:cNvPr id="134" name="Google Shape;134;p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35" name="Google Shape;135;p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39"/>
        <p:cNvGrpSpPr/>
        <p:nvPr/>
      </p:nvGrpSpPr>
      <p:grpSpPr>
        <a:xfrm>
          <a:off x="0" y="0"/>
          <a:ext cx="0" cy="0"/>
          <a:chOff x="0" y="0"/>
          <a:chExt cx="0" cy="0"/>
        </a:xfrm>
      </p:grpSpPr>
      <p:sp>
        <p:nvSpPr>
          <p:cNvPr id="140" name="Google Shape;140;p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1" name="Google Shape;141;p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5"/>
        <p:cNvGrpSpPr/>
        <p:nvPr/>
      </p:nvGrpSpPr>
      <p:grpSpPr>
        <a:xfrm>
          <a:off x="0" y="0"/>
          <a:ext cx="0" cy="0"/>
          <a:chOff x="0" y="0"/>
          <a:chExt cx="0" cy="0"/>
        </a:xfrm>
      </p:grpSpPr>
      <p:sp>
        <p:nvSpPr>
          <p:cNvPr id="146" name="Google Shape;146;p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47" name="Google Shape;147;p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51"/>
        <p:cNvGrpSpPr/>
        <p:nvPr/>
      </p:nvGrpSpPr>
      <p:grpSpPr>
        <a:xfrm>
          <a:off x="0" y="0"/>
          <a:ext cx="0" cy="0"/>
          <a:chOff x="0" y="0"/>
          <a:chExt cx="0" cy="0"/>
        </a:xfrm>
      </p:grpSpPr>
      <p:sp>
        <p:nvSpPr>
          <p:cNvPr id="152" name="Google Shape;152;p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53" name="Google Shape;153;p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2"/>
        <p:cNvGrpSpPr/>
        <p:nvPr/>
      </p:nvGrpSpPr>
      <p:grpSpPr>
        <a:xfrm>
          <a:off x="0" y="0"/>
          <a:ext cx="0" cy="0"/>
          <a:chOff x="0" y="0"/>
          <a:chExt cx="0" cy="0"/>
        </a:xfrm>
      </p:grpSpPr>
      <p:sp>
        <p:nvSpPr>
          <p:cNvPr id="163" name="Google Shape;163;p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64" name="Google Shape;164;p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2"/>
        <p:cNvGrpSpPr/>
        <p:nvPr/>
      </p:nvGrpSpPr>
      <p:grpSpPr>
        <a:xfrm>
          <a:off x="0" y="0"/>
          <a:ext cx="0" cy="0"/>
          <a:chOff x="0" y="0"/>
          <a:chExt cx="0" cy="0"/>
        </a:xfrm>
      </p:grpSpPr>
      <p:sp>
        <p:nvSpPr>
          <p:cNvPr id="173" name="Google Shape;173;p1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74" name="Google Shape;174;p1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79"/>
        <p:cNvGrpSpPr/>
        <p:nvPr/>
      </p:nvGrpSpPr>
      <p:grpSpPr>
        <a:xfrm>
          <a:off x="0" y="0"/>
          <a:ext cx="0" cy="0"/>
          <a:chOff x="0" y="0"/>
          <a:chExt cx="0" cy="0"/>
        </a:xfrm>
      </p:grpSpPr>
      <p:sp>
        <p:nvSpPr>
          <p:cNvPr id="180" name="Google Shape;180;p1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81" name="Google Shape;181;p1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0"/>
        <p:cNvGrpSpPr/>
        <p:nvPr/>
      </p:nvGrpSpPr>
      <p:grpSpPr>
        <a:xfrm>
          <a:off x="0" y="0"/>
          <a:ext cx="0" cy="0"/>
          <a:chOff x="0" y="0"/>
          <a:chExt cx="0" cy="0"/>
        </a:xfrm>
      </p:grpSpPr>
      <p:sp>
        <p:nvSpPr>
          <p:cNvPr id="191" name="Google Shape;191;p1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2" name="Google Shape;192;p1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p:cNvGrpSpPr/>
        <p:nvPr/>
      </p:nvGrpSpPr>
      <p:grpSpPr>
        <a:xfrm>
          <a:off x="0" y="0"/>
          <a:ext cx="0" cy="0"/>
          <a:chOff x="0" y="0"/>
          <a:chExt cx="0" cy="0"/>
        </a:xfrm>
      </p:grpSpPr>
      <p:sp>
        <p:nvSpPr>
          <p:cNvPr id="198" name="Google Shape;198;p1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199" name="Google Shape;199;p1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1"/>
        <p:cNvGrpSpPr/>
        <p:nvPr/>
      </p:nvGrpSpPr>
      <p:grpSpPr>
        <a:xfrm>
          <a:off x="0" y="0"/>
          <a:ext cx="0" cy="0"/>
          <a:chOff x="0" y="0"/>
          <a:chExt cx="0" cy="0"/>
        </a:xfrm>
      </p:grpSpPr>
      <p:sp>
        <p:nvSpPr>
          <p:cNvPr id="212" name="Google Shape;212;p1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13" name="Google Shape;213;p1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9"/>
        <p:cNvGrpSpPr/>
        <p:nvPr/>
      </p:nvGrpSpPr>
      <p:grpSpPr>
        <a:xfrm>
          <a:off x="0" y="0"/>
          <a:ext cx="0" cy="0"/>
          <a:chOff x="0" y="0"/>
          <a:chExt cx="0" cy="0"/>
        </a:xfrm>
      </p:grpSpPr>
      <p:sp>
        <p:nvSpPr>
          <p:cNvPr id="220" name="Google Shape;220;p1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1" name="Google Shape;221;p1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6"/>
        <p:cNvGrpSpPr/>
        <p:nvPr/>
      </p:nvGrpSpPr>
      <p:grpSpPr>
        <a:xfrm>
          <a:off x="0" y="0"/>
          <a:ext cx="0" cy="0"/>
          <a:chOff x="0" y="0"/>
          <a:chExt cx="0" cy="0"/>
        </a:xfrm>
      </p:grpSpPr>
      <p:sp>
        <p:nvSpPr>
          <p:cNvPr id="227" name="Google Shape;227;p1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28" name="Google Shape;228;p1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2"/>
        <p:cNvGrpSpPr/>
        <p:nvPr/>
      </p:nvGrpSpPr>
      <p:grpSpPr>
        <a:xfrm>
          <a:off x="0" y="0"/>
          <a:ext cx="0" cy="0"/>
          <a:chOff x="0" y="0"/>
          <a:chExt cx="0" cy="0"/>
        </a:xfrm>
      </p:grpSpPr>
      <p:sp>
        <p:nvSpPr>
          <p:cNvPr id="233" name="Google Shape;233;p1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34" name="Google Shape;234;p1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8"/>
        <p:cNvGrpSpPr/>
        <p:nvPr/>
      </p:nvGrpSpPr>
      <p:grpSpPr>
        <a:xfrm>
          <a:off x="0" y="0"/>
          <a:ext cx="0" cy="0"/>
          <a:chOff x="0" y="0"/>
          <a:chExt cx="0" cy="0"/>
        </a:xfrm>
      </p:grpSpPr>
      <p:sp>
        <p:nvSpPr>
          <p:cNvPr id="239" name="Google Shape;239;p1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0" name="Google Shape;240;p1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4"/>
        <p:cNvGrpSpPr/>
        <p:nvPr/>
      </p:nvGrpSpPr>
      <p:grpSpPr>
        <a:xfrm>
          <a:off x="0" y="0"/>
          <a:ext cx="0" cy="0"/>
          <a:chOff x="0" y="0"/>
          <a:chExt cx="0" cy="0"/>
        </a:xfrm>
      </p:grpSpPr>
      <p:sp>
        <p:nvSpPr>
          <p:cNvPr id="245" name="Google Shape;245;p1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46" name="Google Shape;246;p1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0"/>
        <p:cNvGrpSpPr/>
        <p:nvPr/>
      </p:nvGrpSpPr>
      <p:grpSpPr>
        <a:xfrm>
          <a:off x="0" y="0"/>
          <a:ext cx="0" cy="0"/>
          <a:chOff x="0" y="0"/>
          <a:chExt cx="0" cy="0"/>
        </a:xfrm>
      </p:grpSpPr>
      <p:sp>
        <p:nvSpPr>
          <p:cNvPr id="251" name="Google Shape;251;p2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52" name="Google Shape;252;p2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61"/>
        <p:cNvGrpSpPr/>
        <p:nvPr/>
      </p:nvGrpSpPr>
      <p:grpSpPr>
        <a:xfrm>
          <a:off x="0" y="0"/>
          <a:ext cx="0" cy="0"/>
          <a:chOff x="0" y="0"/>
          <a:chExt cx="0" cy="0"/>
        </a:xfrm>
      </p:grpSpPr>
      <p:sp>
        <p:nvSpPr>
          <p:cNvPr id="262" name="Google Shape;262;p2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63" name="Google Shape;263;p2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0"/>
        <p:cNvGrpSpPr/>
        <p:nvPr/>
      </p:nvGrpSpPr>
      <p:grpSpPr>
        <a:xfrm>
          <a:off x="0" y="0"/>
          <a:ext cx="0" cy="0"/>
          <a:chOff x="0" y="0"/>
          <a:chExt cx="0" cy="0"/>
        </a:xfrm>
      </p:grpSpPr>
      <p:sp>
        <p:nvSpPr>
          <p:cNvPr id="271" name="Google Shape;271;p2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2" name="Google Shape;272;p2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6"/>
        <p:cNvGrpSpPr/>
        <p:nvPr/>
      </p:nvGrpSpPr>
      <p:grpSpPr>
        <a:xfrm>
          <a:off x="0" y="0"/>
          <a:ext cx="0" cy="0"/>
          <a:chOff x="0" y="0"/>
          <a:chExt cx="0" cy="0"/>
        </a:xfrm>
      </p:grpSpPr>
      <p:sp>
        <p:nvSpPr>
          <p:cNvPr id="277" name="Google Shape;277;p2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78" name="Google Shape;278;p2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2"/>
        <p:cNvGrpSpPr/>
        <p:nvPr/>
      </p:nvGrpSpPr>
      <p:grpSpPr>
        <a:xfrm>
          <a:off x="0" y="0"/>
          <a:ext cx="0" cy="0"/>
          <a:chOff x="0" y="0"/>
          <a:chExt cx="0" cy="0"/>
        </a:xfrm>
      </p:grpSpPr>
      <p:sp>
        <p:nvSpPr>
          <p:cNvPr id="283" name="Google Shape;283;p2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84" name="Google Shape;284;p2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9"/>
        <p:cNvGrpSpPr/>
        <p:nvPr/>
      </p:nvGrpSpPr>
      <p:grpSpPr>
        <a:xfrm>
          <a:off x="0" y="0"/>
          <a:ext cx="0" cy="0"/>
          <a:chOff x="0" y="0"/>
          <a:chExt cx="0" cy="0"/>
        </a:xfrm>
      </p:grpSpPr>
      <p:sp>
        <p:nvSpPr>
          <p:cNvPr id="290" name="Google Shape;290;p2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1" name="Google Shape;291;p2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5"/>
        <p:cNvGrpSpPr/>
        <p:nvPr/>
      </p:nvGrpSpPr>
      <p:grpSpPr>
        <a:xfrm>
          <a:off x="0" y="0"/>
          <a:ext cx="0" cy="0"/>
          <a:chOff x="0" y="0"/>
          <a:chExt cx="0" cy="0"/>
        </a:xfrm>
      </p:grpSpPr>
      <p:sp>
        <p:nvSpPr>
          <p:cNvPr id="296" name="Google Shape;296;p2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297" name="Google Shape;297;p2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2"/>
        <p:cNvGrpSpPr/>
        <p:nvPr/>
      </p:nvGrpSpPr>
      <p:grpSpPr>
        <a:xfrm>
          <a:off x="0" y="0"/>
          <a:ext cx="0" cy="0"/>
          <a:chOff x="0" y="0"/>
          <a:chExt cx="0" cy="0"/>
        </a:xfrm>
      </p:grpSpPr>
      <p:sp>
        <p:nvSpPr>
          <p:cNvPr id="303" name="Google Shape;303;p2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04" name="Google Shape;304;p2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8"/>
        <p:cNvGrpSpPr/>
        <p:nvPr/>
      </p:nvGrpSpPr>
      <p:grpSpPr>
        <a:xfrm>
          <a:off x="0" y="0"/>
          <a:ext cx="0" cy="0"/>
          <a:chOff x="0" y="0"/>
          <a:chExt cx="0" cy="0"/>
        </a:xfrm>
      </p:grpSpPr>
      <p:sp>
        <p:nvSpPr>
          <p:cNvPr id="309" name="Google Shape;309;p2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10" name="Google Shape;310;p2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p2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23" name="Google Shape;323;p2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2"/>
        <p:cNvGrpSpPr/>
        <p:nvPr/>
      </p:nvGrpSpPr>
      <p:grpSpPr>
        <a:xfrm>
          <a:off x="0" y="0"/>
          <a:ext cx="0" cy="0"/>
          <a:chOff x="0" y="0"/>
          <a:chExt cx="0" cy="0"/>
        </a:xfrm>
      </p:grpSpPr>
      <p:sp>
        <p:nvSpPr>
          <p:cNvPr id="333" name="Google Shape;333;p3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4" name="Google Shape;334;p3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9"/>
        <p:cNvGrpSpPr/>
        <p:nvPr/>
      </p:nvGrpSpPr>
      <p:grpSpPr>
        <a:xfrm>
          <a:off x="0" y="0"/>
          <a:ext cx="0" cy="0"/>
          <a:chOff x="0" y="0"/>
          <a:chExt cx="0" cy="0"/>
        </a:xfrm>
      </p:grpSpPr>
      <p:sp>
        <p:nvSpPr>
          <p:cNvPr id="340" name="Google Shape;340;p3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1" name="Google Shape;341;p3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7"/>
        <p:cNvGrpSpPr/>
        <p:nvPr/>
      </p:nvGrpSpPr>
      <p:grpSpPr>
        <a:xfrm>
          <a:off x="0" y="0"/>
          <a:ext cx="0" cy="0"/>
          <a:chOff x="0" y="0"/>
          <a:chExt cx="0" cy="0"/>
        </a:xfrm>
      </p:grpSpPr>
      <p:sp>
        <p:nvSpPr>
          <p:cNvPr id="348" name="Google Shape;348;p3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49" name="Google Shape;349;p3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8"/>
        <p:cNvGrpSpPr/>
        <p:nvPr/>
      </p:nvGrpSpPr>
      <p:grpSpPr>
        <a:xfrm>
          <a:off x="0" y="0"/>
          <a:ext cx="0" cy="0"/>
          <a:chOff x="0" y="0"/>
          <a:chExt cx="0" cy="0"/>
        </a:xfrm>
      </p:grpSpPr>
      <p:sp>
        <p:nvSpPr>
          <p:cNvPr id="359" name="Google Shape;359;p3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0" name="Google Shape;360;p3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5"/>
        <p:cNvGrpSpPr/>
        <p:nvPr/>
      </p:nvGrpSpPr>
      <p:grpSpPr>
        <a:xfrm>
          <a:off x="0" y="0"/>
          <a:ext cx="0" cy="0"/>
          <a:chOff x="0" y="0"/>
          <a:chExt cx="0" cy="0"/>
        </a:xfrm>
      </p:grpSpPr>
      <p:sp>
        <p:nvSpPr>
          <p:cNvPr id="366" name="Google Shape;366;p3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67" name="Google Shape;367;p3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1"/>
        <p:cNvGrpSpPr/>
        <p:nvPr/>
      </p:nvGrpSpPr>
      <p:grpSpPr>
        <a:xfrm>
          <a:off x="0" y="0"/>
          <a:ext cx="0" cy="0"/>
          <a:chOff x="0" y="0"/>
          <a:chExt cx="0" cy="0"/>
        </a:xfrm>
      </p:grpSpPr>
      <p:sp>
        <p:nvSpPr>
          <p:cNvPr id="372" name="Google Shape;372;p3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73" name="Google Shape;373;p3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1"/>
        <p:cNvGrpSpPr/>
        <p:nvPr/>
      </p:nvGrpSpPr>
      <p:grpSpPr>
        <a:xfrm>
          <a:off x="0" y="0"/>
          <a:ext cx="0" cy="0"/>
          <a:chOff x="0" y="0"/>
          <a:chExt cx="0" cy="0"/>
        </a:xfrm>
      </p:grpSpPr>
      <p:sp>
        <p:nvSpPr>
          <p:cNvPr id="382" name="Google Shape;382;p3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83" name="Google Shape;383;p3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8"/>
        <p:cNvGrpSpPr/>
        <p:nvPr/>
      </p:nvGrpSpPr>
      <p:grpSpPr>
        <a:xfrm>
          <a:off x="0" y="0"/>
          <a:ext cx="0" cy="0"/>
          <a:chOff x="0" y="0"/>
          <a:chExt cx="0" cy="0"/>
        </a:xfrm>
      </p:grpSpPr>
      <p:sp>
        <p:nvSpPr>
          <p:cNvPr id="389" name="Google Shape;389;p3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90" name="Google Shape;390;p3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99"/>
        <p:cNvGrpSpPr/>
        <p:nvPr/>
      </p:nvGrpSpPr>
      <p:grpSpPr>
        <a:xfrm>
          <a:off x="0" y="0"/>
          <a:ext cx="0" cy="0"/>
          <a:chOff x="0" y="0"/>
          <a:chExt cx="0" cy="0"/>
        </a:xfrm>
      </p:grpSpPr>
      <p:sp>
        <p:nvSpPr>
          <p:cNvPr id="400" name="Google Shape;400;p3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1" name="Google Shape;401;p3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6"/>
        <p:cNvGrpSpPr/>
        <p:nvPr/>
      </p:nvGrpSpPr>
      <p:grpSpPr>
        <a:xfrm>
          <a:off x="0" y="0"/>
          <a:ext cx="0" cy="0"/>
          <a:chOff x="0" y="0"/>
          <a:chExt cx="0" cy="0"/>
        </a:xfrm>
      </p:grpSpPr>
      <p:sp>
        <p:nvSpPr>
          <p:cNvPr id="407" name="Google Shape;407;p3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08" name="Google Shape;408;p3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6"/>
        <p:cNvGrpSpPr/>
        <p:nvPr/>
      </p:nvGrpSpPr>
      <p:grpSpPr>
        <a:xfrm>
          <a:off x="0" y="0"/>
          <a:ext cx="0" cy="0"/>
          <a:chOff x="0" y="0"/>
          <a:chExt cx="0" cy="0"/>
        </a:xfrm>
      </p:grpSpPr>
      <p:sp>
        <p:nvSpPr>
          <p:cNvPr id="417" name="Google Shape;417;p4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18" name="Google Shape;418;p4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3"/>
        <p:cNvGrpSpPr/>
        <p:nvPr/>
      </p:nvGrpSpPr>
      <p:grpSpPr>
        <a:xfrm>
          <a:off x="0" y="0"/>
          <a:ext cx="0" cy="0"/>
          <a:chOff x="0" y="0"/>
          <a:chExt cx="0" cy="0"/>
        </a:xfrm>
      </p:grpSpPr>
      <p:sp>
        <p:nvSpPr>
          <p:cNvPr id="424" name="Google Shape;424;p4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25" name="Google Shape;425;p4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30"/>
        <p:cNvGrpSpPr/>
        <p:nvPr/>
      </p:nvGrpSpPr>
      <p:grpSpPr>
        <a:xfrm>
          <a:off x="0" y="0"/>
          <a:ext cx="0" cy="0"/>
          <a:chOff x="0" y="0"/>
          <a:chExt cx="0" cy="0"/>
        </a:xfrm>
      </p:grpSpPr>
      <p:sp>
        <p:nvSpPr>
          <p:cNvPr id="431" name="Google Shape;431;p4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32" name="Google Shape;432;p4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1"/>
        <p:cNvGrpSpPr/>
        <p:nvPr/>
      </p:nvGrpSpPr>
      <p:grpSpPr>
        <a:xfrm>
          <a:off x="0" y="0"/>
          <a:ext cx="0" cy="0"/>
          <a:chOff x="0" y="0"/>
          <a:chExt cx="0" cy="0"/>
        </a:xfrm>
      </p:grpSpPr>
      <p:sp>
        <p:nvSpPr>
          <p:cNvPr id="442" name="Google Shape;442;p4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43" name="Google Shape;443;p4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0"/>
        <p:cNvGrpSpPr/>
        <p:nvPr/>
      </p:nvGrpSpPr>
      <p:grpSpPr>
        <a:xfrm>
          <a:off x="0" y="0"/>
          <a:ext cx="0" cy="0"/>
          <a:chOff x="0" y="0"/>
          <a:chExt cx="0" cy="0"/>
        </a:xfrm>
      </p:grpSpPr>
      <p:sp>
        <p:nvSpPr>
          <p:cNvPr id="451" name="Google Shape;451;p4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2" name="Google Shape;452;p4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57"/>
        <p:cNvGrpSpPr/>
        <p:nvPr/>
      </p:nvGrpSpPr>
      <p:grpSpPr>
        <a:xfrm>
          <a:off x="0" y="0"/>
          <a:ext cx="0" cy="0"/>
          <a:chOff x="0" y="0"/>
          <a:chExt cx="0" cy="0"/>
        </a:xfrm>
      </p:grpSpPr>
      <p:sp>
        <p:nvSpPr>
          <p:cNvPr id="458" name="Google Shape;458;p4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59" name="Google Shape;459;p4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p4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65" name="Google Shape;465;p4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1"/>
        <p:cNvGrpSpPr/>
        <p:nvPr/>
      </p:nvGrpSpPr>
      <p:grpSpPr>
        <a:xfrm>
          <a:off x="0" y="0"/>
          <a:ext cx="0" cy="0"/>
          <a:chOff x="0" y="0"/>
          <a:chExt cx="0" cy="0"/>
        </a:xfrm>
      </p:grpSpPr>
      <p:sp>
        <p:nvSpPr>
          <p:cNvPr id="472" name="Google Shape;472;p4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3" name="Google Shape;473;p4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7"/>
        <p:cNvGrpSpPr/>
        <p:nvPr/>
      </p:nvGrpSpPr>
      <p:grpSpPr>
        <a:xfrm>
          <a:off x="0" y="0"/>
          <a:ext cx="0" cy="0"/>
          <a:chOff x="0" y="0"/>
          <a:chExt cx="0" cy="0"/>
        </a:xfrm>
      </p:grpSpPr>
      <p:sp>
        <p:nvSpPr>
          <p:cNvPr id="478" name="Google Shape;478;p4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79" name="Google Shape;479;p4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3"/>
        <p:cNvGrpSpPr/>
        <p:nvPr/>
      </p:nvGrpSpPr>
      <p:grpSpPr>
        <a:xfrm>
          <a:off x="0" y="0"/>
          <a:ext cx="0" cy="0"/>
          <a:chOff x="0" y="0"/>
          <a:chExt cx="0" cy="0"/>
        </a:xfrm>
      </p:grpSpPr>
      <p:sp>
        <p:nvSpPr>
          <p:cNvPr id="484" name="Google Shape;484;p4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85" name="Google Shape;485;p4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93"/>
        <p:cNvGrpSpPr/>
        <p:nvPr/>
      </p:nvGrpSpPr>
      <p:grpSpPr>
        <a:xfrm>
          <a:off x="0" y="0"/>
          <a:ext cx="0" cy="0"/>
          <a:chOff x="0" y="0"/>
          <a:chExt cx="0" cy="0"/>
        </a:xfrm>
      </p:grpSpPr>
      <p:sp>
        <p:nvSpPr>
          <p:cNvPr id="494" name="Google Shape;494;p5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495" name="Google Shape;495;p5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2"/>
        <p:cNvGrpSpPr/>
        <p:nvPr/>
      </p:nvGrpSpPr>
      <p:grpSpPr>
        <a:xfrm>
          <a:off x="0" y="0"/>
          <a:ext cx="0" cy="0"/>
          <a:chOff x="0" y="0"/>
          <a:chExt cx="0" cy="0"/>
        </a:xfrm>
      </p:grpSpPr>
      <p:sp>
        <p:nvSpPr>
          <p:cNvPr id="503" name="Google Shape;503;p5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04" name="Google Shape;504;p5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8"/>
        <p:cNvGrpSpPr/>
        <p:nvPr/>
      </p:nvGrpSpPr>
      <p:grpSpPr>
        <a:xfrm>
          <a:off x="0" y="0"/>
          <a:ext cx="0" cy="0"/>
          <a:chOff x="0" y="0"/>
          <a:chExt cx="0" cy="0"/>
        </a:xfrm>
      </p:grpSpPr>
      <p:sp>
        <p:nvSpPr>
          <p:cNvPr id="509" name="Google Shape;509;p5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10" name="Google Shape;510;p5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19"/>
        <p:cNvGrpSpPr/>
        <p:nvPr/>
      </p:nvGrpSpPr>
      <p:grpSpPr>
        <a:xfrm>
          <a:off x="0" y="0"/>
          <a:ext cx="0" cy="0"/>
          <a:chOff x="0" y="0"/>
          <a:chExt cx="0" cy="0"/>
        </a:xfrm>
      </p:grpSpPr>
      <p:sp>
        <p:nvSpPr>
          <p:cNvPr id="520" name="Google Shape;520;p5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1" name="Google Shape;521;p5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25"/>
        <p:cNvGrpSpPr/>
        <p:nvPr/>
      </p:nvGrpSpPr>
      <p:grpSpPr>
        <a:xfrm>
          <a:off x="0" y="0"/>
          <a:ext cx="0" cy="0"/>
          <a:chOff x="0" y="0"/>
          <a:chExt cx="0" cy="0"/>
        </a:xfrm>
      </p:grpSpPr>
      <p:sp>
        <p:nvSpPr>
          <p:cNvPr id="526" name="Google Shape;526;p5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27" name="Google Shape;527;p5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31"/>
        <p:cNvGrpSpPr/>
        <p:nvPr/>
      </p:nvGrpSpPr>
      <p:grpSpPr>
        <a:xfrm>
          <a:off x="0" y="0"/>
          <a:ext cx="0" cy="0"/>
          <a:chOff x="0" y="0"/>
          <a:chExt cx="0" cy="0"/>
        </a:xfrm>
      </p:grpSpPr>
      <p:sp>
        <p:nvSpPr>
          <p:cNvPr id="532" name="Google Shape;532;p5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33" name="Google Shape;533;p5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5"/>
        <p:cNvGrpSpPr/>
        <p:nvPr/>
      </p:nvGrpSpPr>
      <p:grpSpPr>
        <a:xfrm>
          <a:off x="0" y="0"/>
          <a:ext cx="0" cy="0"/>
          <a:chOff x="0" y="0"/>
          <a:chExt cx="0" cy="0"/>
        </a:xfrm>
      </p:grpSpPr>
      <p:sp>
        <p:nvSpPr>
          <p:cNvPr id="546" name="Google Shape;546;p5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47" name="Google Shape;547;p5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54"/>
        <p:cNvGrpSpPr/>
        <p:nvPr/>
      </p:nvGrpSpPr>
      <p:grpSpPr>
        <a:xfrm>
          <a:off x="0" y="0"/>
          <a:ext cx="0" cy="0"/>
          <a:chOff x="0" y="0"/>
          <a:chExt cx="0" cy="0"/>
        </a:xfrm>
      </p:grpSpPr>
      <p:sp>
        <p:nvSpPr>
          <p:cNvPr id="555" name="Google Shape;555;p5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56" name="Google Shape;556;p5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0"/>
        <p:cNvGrpSpPr/>
        <p:nvPr/>
      </p:nvGrpSpPr>
      <p:grpSpPr>
        <a:xfrm>
          <a:off x="0" y="0"/>
          <a:ext cx="0" cy="0"/>
          <a:chOff x="0" y="0"/>
          <a:chExt cx="0" cy="0"/>
        </a:xfrm>
      </p:grpSpPr>
      <p:sp>
        <p:nvSpPr>
          <p:cNvPr id="561" name="Google Shape;561;p5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2" name="Google Shape;562;p5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5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7"/>
        <p:cNvGrpSpPr/>
        <p:nvPr/>
      </p:nvGrpSpPr>
      <p:grpSpPr>
        <a:xfrm>
          <a:off x="0" y="0"/>
          <a:ext cx="0" cy="0"/>
          <a:chOff x="0" y="0"/>
          <a:chExt cx="0" cy="0"/>
        </a:xfrm>
      </p:grpSpPr>
      <p:sp>
        <p:nvSpPr>
          <p:cNvPr id="568" name="Google Shape;568;p5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69" name="Google Shape;569;p5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75"/>
        <p:cNvGrpSpPr/>
        <p:nvPr/>
      </p:nvGrpSpPr>
      <p:grpSpPr>
        <a:xfrm>
          <a:off x="0" y="0"/>
          <a:ext cx="0" cy="0"/>
          <a:chOff x="0" y="0"/>
          <a:chExt cx="0" cy="0"/>
        </a:xfrm>
      </p:grpSpPr>
      <p:sp>
        <p:nvSpPr>
          <p:cNvPr id="576" name="Google Shape;576;p6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77" name="Google Shape;577;p6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82"/>
        <p:cNvGrpSpPr/>
        <p:nvPr/>
      </p:nvGrpSpPr>
      <p:grpSpPr>
        <a:xfrm>
          <a:off x="0" y="0"/>
          <a:ext cx="0" cy="0"/>
          <a:chOff x="0" y="0"/>
          <a:chExt cx="0" cy="0"/>
        </a:xfrm>
      </p:grpSpPr>
      <p:sp>
        <p:nvSpPr>
          <p:cNvPr id="583" name="Google Shape;583;p6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84" name="Google Shape;584;p6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0"/>
        <p:cNvGrpSpPr/>
        <p:nvPr/>
      </p:nvGrpSpPr>
      <p:grpSpPr>
        <a:xfrm>
          <a:off x="0" y="0"/>
          <a:ext cx="0" cy="0"/>
          <a:chOff x="0" y="0"/>
          <a:chExt cx="0" cy="0"/>
        </a:xfrm>
      </p:grpSpPr>
      <p:sp>
        <p:nvSpPr>
          <p:cNvPr id="591" name="Google Shape;591;p6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2" name="Google Shape;592;p6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96"/>
        <p:cNvGrpSpPr/>
        <p:nvPr/>
      </p:nvGrpSpPr>
      <p:grpSpPr>
        <a:xfrm>
          <a:off x="0" y="0"/>
          <a:ext cx="0" cy="0"/>
          <a:chOff x="0" y="0"/>
          <a:chExt cx="0" cy="0"/>
        </a:xfrm>
      </p:grpSpPr>
      <p:sp>
        <p:nvSpPr>
          <p:cNvPr id="597" name="Google Shape;597;p6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598" name="Google Shape;598;p6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5"/>
        <p:cNvGrpSpPr/>
        <p:nvPr/>
      </p:nvGrpSpPr>
      <p:grpSpPr>
        <a:xfrm>
          <a:off x="0" y="0"/>
          <a:ext cx="0" cy="0"/>
          <a:chOff x="0" y="0"/>
          <a:chExt cx="0" cy="0"/>
        </a:xfrm>
      </p:grpSpPr>
      <p:sp>
        <p:nvSpPr>
          <p:cNvPr id="606" name="Google Shape;606;p6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07" name="Google Shape;607;p6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12"/>
        <p:cNvGrpSpPr/>
        <p:nvPr/>
      </p:nvGrpSpPr>
      <p:grpSpPr>
        <a:xfrm>
          <a:off x="0" y="0"/>
          <a:ext cx="0" cy="0"/>
          <a:chOff x="0" y="0"/>
          <a:chExt cx="0" cy="0"/>
        </a:xfrm>
      </p:grpSpPr>
      <p:sp>
        <p:nvSpPr>
          <p:cNvPr id="613" name="Google Shape;613;p6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14" name="Google Shape;614;p6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22"/>
        <p:cNvGrpSpPr/>
        <p:nvPr/>
      </p:nvGrpSpPr>
      <p:grpSpPr>
        <a:xfrm>
          <a:off x="0" y="0"/>
          <a:ext cx="0" cy="0"/>
          <a:chOff x="0" y="0"/>
          <a:chExt cx="0" cy="0"/>
        </a:xfrm>
      </p:grpSpPr>
      <p:sp>
        <p:nvSpPr>
          <p:cNvPr id="623" name="Google Shape;623;p6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24" name="Google Shape;624;p6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1"/>
        <p:cNvGrpSpPr/>
        <p:nvPr/>
      </p:nvGrpSpPr>
      <p:grpSpPr>
        <a:xfrm>
          <a:off x="0" y="0"/>
          <a:ext cx="0" cy="0"/>
          <a:chOff x="0" y="0"/>
          <a:chExt cx="0" cy="0"/>
        </a:xfrm>
      </p:grpSpPr>
      <p:sp>
        <p:nvSpPr>
          <p:cNvPr id="632" name="Google Shape;632;p6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33" name="Google Shape;633;p6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39"/>
        <p:cNvGrpSpPr/>
        <p:nvPr/>
      </p:nvGrpSpPr>
      <p:grpSpPr>
        <a:xfrm>
          <a:off x="0" y="0"/>
          <a:ext cx="0" cy="0"/>
          <a:chOff x="0" y="0"/>
          <a:chExt cx="0" cy="0"/>
        </a:xfrm>
      </p:grpSpPr>
      <p:sp>
        <p:nvSpPr>
          <p:cNvPr id="640" name="Google Shape;640;p6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1" name="Google Shape;641;p6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6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47"/>
        <p:cNvGrpSpPr/>
        <p:nvPr/>
      </p:nvGrpSpPr>
      <p:grpSpPr>
        <a:xfrm>
          <a:off x="0" y="0"/>
          <a:ext cx="0" cy="0"/>
          <a:chOff x="0" y="0"/>
          <a:chExt cx="0" cy="0"/>
        </a:xfrm>
      </p:grpSpPr>
      <p:sp>
        <p:nvSpPr>
          <p:cNvPr id="648" name="Google Shape;648;p6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49" name="Google Shape;649;p6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56"/>
        <p:cNvGrpSpPr/>
        <p:nvPr/>
      </p:nvGrpSpPr>
      <p:grpSpPr>
        <a:xfrm>
          <a:off x="0" y="0"/>
          <a:ext cx="0" cy="0"/>
          <a:chOff x="0" y="0"/>
          <a:chExt cx="0" cy="0"/>
        </a:xfrm>
      </p:grpSpPr>
      <p:sp>
        <p:nvSpPr>
          <p:cNvPr id="657" name="Google Shape;657;p7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58" name="Google Shape;658;p7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64"/>
        <p:cNvGrpSpPr/>
        <p:nvPr/>
      </p:nvGrpSpPr>
      <p:grpSpPr>
        <a:xfrm>
          <a:off x="0" y="0"/>
          <a:ext cx="0" cy="0"/>
          <a:chOff x="0" y="0"/>
          <a:chExt cx="0" cy="0"/>
        </a:xfrm>
      </p:grpSpPr>
      <p:sp>
        <p:nvSpPr>
          <p:cNvPr id="665" name="Google Shape;665;p7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66" name="Google Shape;666;p7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4"/>
        <p:cNvGrpSpPr/>
        <p:nvPr/>
      </p:nvGrpSpPr>
      <p:grpSpPr>
        <a:xfrm>
          <a:off x="0" y="0"/>
          <a:ext cx="0" cy="0"/>
          <a:chOff x="0" y="0"/>
          <a:chExt cx="0" cy="0"/>
        </a:xfrm>
      </p:grpSpPr>
      <p:sp>
        <p:nvSpPr>
          <p:cNvPr id="675" name="Google Shape;675;p7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76" name="Google Shape;676;p7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0"/>
        <p:cNvGrpSpPr/>
        <p:nvPr/>
      </p:nvGrpSpPr>
      <p:grpSpPr>
        <a:xfrm>
          <a:off x="0" y="0"/>
          <a:ext cx="0" cy="0"/>
          <a:chOff x="0" y="0"/>
          <a:chExt cx="0" cy="0"/>
        </a:xfrm>
      </p:grpSpPr>
      <p:sp>
        <p:nvSpPr>
          <p:cNvPr id="681" name="Google Shape;681;p7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2" name="Google Shape;682;p7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87"/>
        <p:cNvGrpSpPr/>
        <p:nvPr/>
      </p:nvGrpSpPr>
      <p:grpSpPr>
        <a:xfrm>
          <a:off x="0" y="0"/>
          <a:ext cx="0" cy="0"/>
          <a:chOff x="0" y="0"/>
          <a:chExt cx="0" cy="0"/>
        </a:xfrm>
      </p:grpSpPr>
      <p:sp>
        <p:nvSpPr>
          <p:cNvPr id="688" name="Google Shape;688;p7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689" name="Google Shape;689;p7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93"/>
        <p:cNvGrpSpPr/>
        <p:nvPr/>
      </p:nvGrpSpPr>
      <p:grpSpPr>
        <a:xfrm>
          <a:off x="0" y="0"/>
          <a:ext cx="0" cy="0"/>
          <a:chOff x="0" y="0"/>
          <a:chExt cx="0" cy="0"/>
        </a:xfrm>
      </p:grpSpPr>
      <p:sp>
        <p:nvSpPr>
          <p:cNvPr id="694" name="Google Shape;694;p7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695" name="Google Shape;695;p7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SzPts val="1400"/>
              <a:buNone/>
            </a:pPr>
            <a:endParaRPr/>
          </a:p>
        </p:txBody>
      </p:sp>
      <p:sp>
        <p:nvSpPr>
          <p:cNvPr id="696" name="Google Shape;696;p75:notes"/>
          <p:cNvSpPr txBox="1">
            <a:spLocks noGrp="1"/>
          </p:cNvSpPr>
          <p:nvPr>
            <p:ph type="sldNum" idx="12"/>
          </p:nvPr>
        </p:nvSpPr>
        <p:spPr>
          <a:xfrm>
            <a:off x="3884613" y="8685213"/>
            <a:ext cx="2971800" cy="457200"/>
          </a:xfrm>
          <a:prstGeom prst="rect">
            <a:avLst/>
          </a:prstGeom>
          <a:noFill/>
          <a:ln>
            <a:noFill/>
          </a:ln>
        </p:spPr>
        <p:txBody>
          <a:bodyPr spcFirstLastPara="1" wrap="square" lIns="91425" tIns="45700" rIns="91425" bIns="45700" anchor="b" anchorCtr="0">
            <a:noAutofit/>
          </a:bodyPr>
          <a:lstStyle/>
          <a:p>
            <a:pPr marL="0" lvl="0" indent="0" algn="r" rtl="0">
              <a:lnSpc>
                <a:spcPct val="100000"/>
              </a:lnSpc>
              <a:spcBef>
                <a:spcPts val="0"/>
              </a:spcBef>
              <a:spcAft>
                <a:spcPts val="0"/>
              </a:spcAft>
              <a:buSzPts val="1400"/>
              <a:buNone/>
            </a:pPr>
            <a:fld id="{00000000-1234-1234-1234-123412341234}" type="slidenum">
              <a:rPr lang="en-US"/>
              <a:t>75</a:t>
            </a:fld>
            <a:endParaRPr/>
          </a:p>
        </p:txBody>
      </p:sp>
    </p:spTree>
  </p:cSld>
  <p:clrMapOvr>
    <a:masterClrMapping/>
  </p:clrMapOvr>
</p:notes>
</file>

<file path=ppt/notesSlides/notesSlide7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05"/>
        <p:cNvGrpSpPr/>
        <p:nvPr/>
      </p:nvGrpSpPr>
      <p:grpSpPr>
        <a:xfrm>
          <a:off x="0" y="0"/>
          <a:ext cx="0" cy="0"/>
          <a:chOff x="0" y="0"/>
          <a:chExt cx="0" cy="0"/>
        </a:xfrm>
      </p:grpSpPr>
      <p:sp>
        <p:nvSpPr>
          <p:cNvPr id="706" name="Google Shape;706;p7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07" name="Google Shape;707;p7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1"/>
        <p:cNvGrpSpPr/>
        <p:nvPr/>
      </p:nvGrpSpPr>
      <p:grpSpPr>
        <a:xfrm>
          <a:off x="0" y="0"/>
          <a:ext cx="0" cy="0"/>
          <a:chOff x="0" y="0"/>
          <a:chExt cx="0" cy="0"/>
        </a:xfrm>
      </p:grpSpPr>
      <p:sp>
        <p:nvSpPr>
          <p:cNvPr id="712" name="Google Shape;712;p7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13" name="Google Shape;713;p7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19"/>
        <p:cNvGrpSpPr/>
        <p:nvPr/>
      </p:nvGrpSpPr>
      <p:grpSpPr>
        <a:xfrm>
          <a:off x="0" y="0"/>
          <a:ext cx="0" cy="0"/>
          <a:chOff x="0" y="0"/>
          <a:chExt cx="0" cy="0"/>
        </a:xfrm>
      </p:grpSpPr>
      <p:sp>
        <p:nvSpPr>
          <p:cNvPr id="720" name="Google Shape;720;p7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1" name="Google Shape;721;p7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7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27"/>
        <p:cNvGrpSpPr/>
        <p:nvPr/>
      </p:nvGrpSpPr>
      <p:grpSpPr>
        <a:xfrm>
          <a:off x="0" y="0"/>
          <a:ext cx="0" cy="0"/>
          <a:chOff x="0" y="0"/>
          <a:chExt cx="0" cy="0"/>
        </a:xfrm>
      </p:grpSpPr>
      <p:sp>
        <p:nvSpPr>
          <p:cNvPr id="728" name="Google Shape;728;p7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29" name="Google Shape;729;p7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3"/>
        <p:cNvGrpSpPr/>
        <p:nvPr/>
      </p:nvGrpSpPr>
      <p:grpSpPr>
        <a:xfrm>
          <a:off x="0" y="0"/>
          <a:ext cx="0" cy="0"/>
          <a:chOff x="0" y="0"/>
          <a:chExt cx="0" cy="0"/>
        </a:xfrm>
      </p:grpSpPr>
      <p:sp>
        <p:nvSpPr>
          <p:cNvPr id="734" name="Google Shape;734;p8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35" name="Google Shape;735;p8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2"/>
        <p:cNvGrpSpPr/>
        <p:nvPr/>
      </p:nvGrpSpPr>
      <p:grpSpPr>
        <a:xfrm>
          <a:off x="0" y="0"/>
          <a:ext cx="0" cy="0"/>
          <a:chOff x="0" y="0"/>
          <a:chExt cx="0" cy="0"/>
        </a:xfrm>
      </p:grpSpPr>
      <p:sp>
        <p:nvSpPr>
          <p:cNvPr id="743" name="Google Shape;743;p8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44" name="Google Shape;744;p8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8"/>
        <p:cNvGrpSpPr/>
        <p:nvPr/>
      </p:nvGrpSpPr>
      <p:grpSpPr>
        <a:xfrm>
          <a:off x="0" y="0"/>
          <a:ext cx="0" cy="0"/>
          <a:chOff x="0" y="0"/>
          <a:chExt cx="0" cy="0"/>
        </a:xfrm>
      </p:grpSpPr>
      <p:sp>
        <p:nvSpPr>
          <p:cNvPr id="749" name="Google Shape;749;p8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0" name="Google Shape;750;p8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54"/>
        <p:cNvGrpSpPr/>
        <p:nvPr/>
      </p:nvGrpSpPr>
      <p:grpSpPr>
        <a:xfrm>
          <a:off x="0" y="0"/>
          <a:ext cx="0" cy="0"/>
          <a:chOff x="0" y="0"/>
          <a:chExt cx="0" cy="0"/>
        </a:xfrm>
      </p:grpSpPr>
      <p:sp>
        <p:nvSpPr>
          <p:cNvPr id="755" name="Google Shape;755;p8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56" name="Google Shape;756;p8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1"/>
        <p:cNvGrpSpPr/>
        <p:nvPr/>
      </p:nvGrpSpPr>
      <p:grpSpPr>
        <a:xfrm>
          <a:off x="0" y="0"/>
          <a:ext cx="0" cy="0"/>
          <a:chOff x="0" y="0"/>
          <a:chExt cx="0" cy="0"/>
        </a:xfrm>
      </p:grpSpPr>
      <p:sp>
        <p:nvSpPr>
          <p:cNvPr id="762" name="Google Shape;762;p8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63" name="Google Shape;763;p8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69"/>
        <p:cNvGrpSpPr/>
        <p:nvPr/>
      </p:nvGrpSpPr>
      <p:grpSpPr>
        <a:xfrm>
          <a:off x="0" y="0"/>
          <a:ext cx="0" cy="0"/>
          <a:chOff x="0" y="0"/>
          <a:chExt cx="0" cy="0"/>
        </a:xfrm>
      </p:grpSpPr>
      <p:sp>
        <p:nvSpPr>
          <p:cNvPr id="770" name="Google Shape;770;p8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1" name="Google Shape;771;p8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77"/>
        <p:cNvGrpSpPr/>
        <p:nvPr/>
      </p:nvGrpSpPr>
      <p:grpSpPr>
        <a:xfrm>
          <a:off x="0" y="0"/>
          <a:ext cx="0" cy="0"/>
          <a:chOff x="0" y="0"/>
          <a:chExt cx="0" cy="0"/>
        </a:xfrm>
      </p:grpSpPr>
      <p:sp>
        <p:nvSpPr>
          <p:cNvPr id="778" name="Google Shape;778;p86: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79" name="Google Shape;779;p86: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86"/>
        <p:cNvGrpSpPr/>
        <p:nvPr/>
      </p:nvGrpSpPr>
      <p:grpSpPr>
        <a:xfrm>
          <a:off x="0" y="0"/>
          <a:ext cx="0" cy="0"/>
          <a:chOff x="0" y="0"/>
          <a:chExt cx="0" cy="0"/>
        </a:xfrm>
      </p:grpSpPr>
      <p:sp>
        <p:nvSpPr>
          <p:cNvPr id="787" name="Google Shape;787;p87: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88" name="Google Shape;788;p87: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2"/>
        <p:cNvGrpSpPr/>
        <p:nvPr/>
      </p:nvGrpSpPr>
      <p:grpSpPr>
        <a:xfrm>
          <a:off x="0" y="0"/>
          <a:ext cx="0" cy="0"/>
          <a:chOff x="0" y="0"/>
          <a:chExt cx="0" cy="0"/>
        </a:xfrm>
      </p:grpSpPr>
      <p:sp>
        <p:nvSpPr>
          <p:cNvPr id="793" name="Google Shape;793;p88: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794" name="Google Shape;794;p88: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8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98"/>
        <p:cNvGrpSpPr/>
        <p:nvPr/>
      </p:nvGrpSpPr>
      <p:grpSpPr>
        <a:xfrm>
          <a:off x="0" y="0"/>
          <a:ext cx="0" cy="0"/>
          <a:chOff x="0" y="0"/>
          <a:chExt cx="0" cy="0"/>
        </a:xfrm>
      </p:grpSpPr>
      <p:sp>
        <p:nvSpPr>
          <p:cNvPr id="799" name="Google Shape;799;p89: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0" name="Google Shape;800;p89: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04"/>
        <p:cNvGrpSpPr/>
        <p:nvPr/>
      </p:nvGrpSpPr>
      <p:grpSpPr>
        <a:xfrm>
          <a:off x="0" y="0"/>
          <a:ext cx="0" cy="0"/>
          <a:chOff x="0" y="0"/>
          <a:chExt cx="0" cy="0"/>
        </a:xfrm>
      </p:grpSpPr>
      <p:sp>
        <p:nvSpPr>
          <p:cNvPr id="805" name="Google Shape;805;p90: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06" name="Google Shape;806;p9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0"/>
        <p:cNvGrpSpPr/>
        <p:nvPr/>
      </p:nvGrpSpPr>
      <p:grpSpPr>
        <a:xfrm>
          <a:off x="0" y="0"/>
          <a:ext cx="0" cy="0"/>
          <a:chOff x="0" y="0"/>
          <a:chExt cx="0" cy="0"/>
        </a:xfrm>
      </p:grpSpPr>
      <p:sp>
        <p:nvSpPr>
          <p:cNvPr id="811" name="Google Shape;811;p91: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2" name="Google Shape;812;p91: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6"/>
        <p:cNvGrpSpPr/>
        <p:nvPr/>
      </p:nvGrpSpPr>
      <p:grpSpPr>
        <a:xfrm>
          <a:off x="0" y="0"/>
          <a:ext cx="0" cy="0"/>
          <a:chOff x="0" y="0"/>
          <a:chExt cx="0" cy="0"/>
        </a:xfrm>
      </p:grpSpPr>
      <p:sp>
        <p:nvSpPr>
          <p:cNvPr id="817" name="Google Shape;817;p92: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18" name="Google Shape;818;p92: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3"/>
        <p:cNvGrpSpPr/>
        <p:nvPr/>
      </p:nvGrpSpPr>
      <p:grpSpPr>
        <a:xfrm>
          <a:off x="0" y="0"/>
          <a:ext cx="0" cy="0"/>
          <a:chOff x="0" y="0"/>
          <a:chExt cx="0" cy="0"/>
        </a:xfrm>
      </p:grpSpPr>
      <p:sp>
        <p:nvSpPr>
          <p:cNvPr id="824" name="Google Shape;824;p93: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25" name="Google Shape;825;p93: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34"/>
        <p:cNvGrpSpPr/>
        <p:nvPr/>
      </p:nvGrpSpPr>
      <p:grpSpPr>
        <a:xfrm>
          <a:off x="0" y="0"/>
          <a:ext cx="0" cy="0"/>
          <a:chOff x="0" y="0"/>
          <a:chExt cx="0" cy="0"/>
        </a:xfrm>
      </p:grpSpPr>
      <p:sp>
        <p:nvSpPr>
          <p:cNvPr id="835" name="Google Shape;835;g319ab28795c_0_0: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836" name="Google Shape;836;g319ab28795c_0_0:notes"/>
          <p:cNvSpPr txBox="1">
            <a:spLocks noGrp="1"/>
          </p:cNvSpPr>
          <p:nvPr>
            <p:ph type="body" idx="1"/>
          </p:nvPr>
        </p:nvSpPr>
        <p:spPr>
          <a:xfrm>
            <a:off x="685800" y="4343400"/>
            <a:ext cx="5486400" cy="4114800"/>
          </a:xfrm>
          <a:prstGeom prst="rect">
            <a:avLst/>
          </a:prstGeom>
        </p:spPr>
        <p:txBody>
          <a:bodyPr spcFirstLastPara="1" wrap="square" lIns="91425" tIns="45700" rIns="91425" bIns="45700" anchor="t" anchorCtr="0">
            <a:noAutofit/>
          </a:bodyPr>
          <a:lstStyle/>
          <a:p>
            <a:pPr marL="0" lvl="0" indent="0" algn="l" rtl="0">
              <a:spcBef>
                <a:spcPts val="0"/>
              </a:spcBef>
              <a:spcAft>
                <a:spcPts val="0"/>
              </a:spcAft>
              <a:buNone/>
            </a:pPr>
            <a:endParaRPr/>
          </a:p>
        </p:txBody>
      </p:sp>
      <p:sp>
        <p:nvSpPr>
          <p:cNvPr id="837" name="Google Shape;837;g319ab28795c_0_0:notes"/>
          <p:cNvSpPr txBox="1">
            <a:spLocks noGrp="1"/>
          </p:cNvSpPr>
          <p:nvPr>
            <p:ph type="sldNum" idx="12"/>
          </p:nvPr>
        </p:nvSpPr>
        <p:spPr>
          <a:xfrm>
            <a:off x="3884613" y="8685213"/>
            <a:ext cx="2971800" cy="457200"/>
          </a:xfrm>
          <a:prstGeom prst="rect">
            <a:avLst/>
          </a:prstGeom>
        </p:spPr>
        <p:txBody>
          <a:bodyPr spcFirstLastPara="1" wrap="square" lIns="91425" tIns="45700" rIns="91425" bIns="45700" anchor="b" anchorCtr="0">
            <a:noAutofit/>
          </a:bodyPr>
          <a:lstStyle/>
          <a:p>
            <a:pPr marL="0" lvl="0" indent="0" algn="r" rtl="0">
              <a:spcBef>
                <a:spcPts val="0"/>
              </a:spcBef>
              <a:spcAft>
                <a:spcPts val="0"/>
              </a:spcAft>
              <a:buClr>
                <a:srgbClr val="000000"/>
              </a:buClr>
              <a:buSzPts val="1200"/>
              <a:buFont typeface="Arial"/>
              <a:buNone/>
            </a:pPr>
            <a:fld id="{00000000-1234-1234-1234-123412341234}" type="slidenum">
              <a:rPr lang="en-US"/>
              <a:t>98</a:t>
            </a:fld>
            <a:endParaRPr/>
          </a:p>
        </p:txBody>
      </p:sp>
    </p:spTree>
  </p:cSld>
  <p:clrMapOvr>
    <a:masterClrMapping/>
  </p:clrMapOvr>
</p:notes>
</file>

<file path=ppt/notesSlides/notesSlide9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49"/>
        <p:cNvGrpSpPr/>
        <p:nvPr/>
      </p:nvGrpSpPr>
      <p:grpSpPr>
        <a:xfrm>
          <a:off x="0" y="0"/>
          <a:ext cx="0" cy="0"/>
          <a:chOff x="0" y="0"/>
          <a:chExt cx="0" cy="0"/>
        </a:xfrm>
      </p:grpSpPr>
      <p:sp>
        <p:nvSpPr>
          <p:cNvPr id="850" name="Google Shape;850;p94: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1" name="Google Shape;851;p94: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notesSlides/notesSlide9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55"/>
        <p:cNvGrpSpPr/>
        <p:nvPr/>
      </p:nvGrpSpPr>
      <p:grpSpPr>
        <a:xfrm>
          <a:off x="0" y="0"/>
          <a:ext cx="0" cy="0"/>
          <a:chOff x="0" y="0"/>
          <a:chExt cx="0" cy="0"/>
        </a:xfrm>
      </p:grpSpPr>
      <p:sp>
        <p:nvSpPr>
          <p:cNvPr id="856" name="Google Shape;856;p95:notes"/>
          <p:cNvSpPr txBox="1">
            <a:spLocks noGrp="1"/>
          </p:cNvSpPr>
          <p:nvPr>
            <p:ph type="body" idx="1"/>
          </p:nvPr>
        </p:nvSpPr>
        <p:spPr>
          <a:xfrm>
            <a:off x="685800" y="4343400"/>
            <a:ext cx="5486400" cy="41148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857" name="Google Shape;857;p95:notes"/>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
        <p:cNvGrpSpPr/>
        <p:nvPr/>
      </p:nvGrpSpPr>
      <p:grpSpPr>
        <a:xfrm>
          <a:off x="0" y="0"/>
          <a:ext cx="0" cy="0"/>
          <a:chOff x="0" y="0"/>
          <a:chExt cx="0" cy="0"/>
        </a:xfrm>
      </p:grpSpPr>
      <p:sp>
        <p:nvSpPr>
          <p:cNvPr id="21" name="Google Shape;21;p97"/>
          <p:cNvSpPr txBox="1">
            <a:spLocks noGrp="1"/>
          </p:cNvSpPr>
          <p:nvPr>
            <p:ph type="ctrTitle"/>
          </p:nvPr>
        </p:nvSpPr>
        <p:spPr>
          <a:xfrm>
            <a:off x="685800" y="2130425"/>
            <a:ext cx="7772400" cy="1470025"/>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2" name="Google Shape;22;p97"/>
          <p:cNvSpPr txBox="1">
            <a:spLocks noGrp="1"/>
          </p:cNvSpPr>
          <p:nvPr>
            <p:ph type="subTitle" idx="1"/>
          </p:nvPr>
        </p:nvSpPr>
        <p:spPr>
          <a:xfrm>
            <a:off x="1371600" y="3886200"/>
            <a:ext cx="6400800" cy="1752600"/>
          </a:xfrm>
          <a:prstGeom prst="rect">
            <a:avLst/>
          </a:prstGeom>
          <a:noFill/>
          <a:ln>
            <a:noFill/>
          </a:ln>
        </p:spPr>
        <p:txBody>
          <a:bodyPr spcFirstLastPara="1" wrap="square" lIns="91425" tIns="45700" rIns="91425" bIns="45700" anchor="t" anchorCtr="0">
            <a:normAutofit/>
          </a:bodyPr>
          <a:lstStyle>
            <a:lvl1pPr lvl="0" algn="ctr">
              <a:lnSpc>
                <a:spcPct val="100000"/>
              </a:lnSpc>
              <a:spcBef>
                <a:spcPts val="640"/>
              </a:spcBef>
              <a:spcAft>
                <a:spcPts val="0"/>
              </a:spcAft>
              <a:buClr>
                <a:srgbClr val="888888"/>
              </a:buClr>
              <a:buSzPts val="3200"/>
              <a:buNone/>
              <a:defRPr>
                <a:solidFill>
                  <a:srgbClr val="888888"/>
                </a:solidFill>
              </a:defRPr>
            </a:lvl1pPr>
            <a:lvl2pPr lvl="1" algn="ctr">
              <a:lnSpc>
                <a:spcPct val="100000"/>
              </a:lnSpc>
              <a:spcBef>
                <a:spcPts val="560"/>
              </a:spcBef>
              <a:spcAft>
                <a:spcPts val="0"/>
              </a:spcAft>
              <a:buClr>
                <a:srgbClr val="888888"/>
              </a:buClr>
              <a:buSzPts val="2800"/>
              <a:buNone/>
              <a:defRPr>
                <a:solidFill>
                  <a:srgbClr val="888888"/>
                </a:solidFill>
              </a:defRPr>
            </a:lvl2pPr>
            <a:lvl3pPr lvl="2" algn="ctr">
              <a:lnSpc>
                <a:spcPct val="100000"/>
              </a:lnSpc>
              <a:spcBef>
                <a:spcPts val="480"/>
              </a:spcBef>
              <a:spcAft>
                <a:spcPts val="0"/>
              </a:spcAft>
              <a:buClr>
                <a:srgbClr val="888888"/>
              </a:buClr>
              <a:buSzPts val="2400"/>
              <a:buNone/>
              <a:defRPr>
                <a:solidFill>
                  <a:srgbClr val="888888"/>
                </a:solidFill>
              </a:defRPr>
            </a:lvl3pPr>
            <a:lvl4pPr lvl="3" algn="ctr">
              <a:lnSpc>
                <a:spcPct val="100000"/>
              </a:lnSpc>
              <a:spcBef>
                <a:spcPts val="400"/>
              </a:spcBef>
              <a:spcAft>
                <a:spcPts val="0"/>
              </a:spcAft>
              <a:buClr>
                <a:srgbClr val="888888"/>
              </a:buClr>
              <a:buSzPts val="2000"/>
              <a:buNone/>
              <a:defRPr>
                <a:solidFill>
                  <a:srgbClr val="888888"/>
                </a:solidFill>
              </a:defRPr>
            </a:lvl4pPr>
            <a:lvl5pPr lvl="4" algn="ctr">
              <a:lnSpc>
                <a:spcPct val="100000"/>
              </a:lnSpc>
              <a:spcBef>
                <a:spcPts val="400"/>
              </a:spcBef>
              <a:spcAft>
                <a:spcPts val="0"/>
              </a:spcAft>
              <a:buClr>
                <a:srgbClr val="888888"/>
              </a:buClr>
              <a:buSzPts val="2000"/>
              <a:buNone/>
              <a:defRPr>
                <a:solidFill>
                  <a:srgbClr val="888888"/>
                </a:solidFill>
              </a:defRPr>
            </a:lvl5pPr>
            <a:lvl6pPr lvl="5" algn="ctr">
              <a:lnSpc>
                <a:spcPct val="100000"/>
              </a:lnSpc>
              <a:spcBef>
                <a:spcPts val="400"/>
              </a:spcBef>
              <a:spcAft>
                <a:spcPts val="0"/>
              </a:spcAft>
              <a:buClr>
                <a:srgbClr val="888888"/>
              </a:buClr>
              <a:buSzPts val="2000"/>
              <a:buNone/>
              <a:defRPr>
                <a:solidFill>
                  <a:srgbClr val="888888"/>
                </a:solidFill>
              </a:defRPr>
            </a:lvl6pPr>
            <a:lvl7pPr lvl="6" algn="ctr">
              <a:lnSpc>
                <a:spcPct val="100000"/>
              </a:lnSpc>
              <a:spcBef>
                <a:spcPts val="400"/>
              </a:spcBef>
              <a:spcAft>
                <a:spcPts val="0"/>
              </a:spcAft>
              <a:buClr>
                <a:srgbClr val="888888"/>
              </a:buClr>
              <a:buSzPts val="2000"/>
              <a:buNone/>
              <a:defRPr>
                <a:solidFill>
                  <a:srgbClr val="888888"/>
                </a:solidFill>
              </a:defRPr>
            </a:lvl7pPr>
            <a:lvl8pPr lvl="7" algn="ctr">
              <a:lnSpc>
                <a:spcPct val="100000"/>
              </a:lnSpc>
              <a:spcBef>
                <a:spcPts val="400"/>
              </a:spcBef>
              <a:spcAft>
                <a:spcPts val="0"/>
              </a:spcAft>
              <a:buClr>
                <a:srgbClr val="888888"/>
              </a:buClr>
              <a:buSzPts val="2000"/>
              <a:buNone/>
              <a:defRPr>
                <a:solidFill>
                  <a:srgbClr val="888888"/>
                </a:solidFill>
              </a:defRPr>
            </a:lvl8pPr>
            <a:lvl9pPr lvl="8" algn="ctr">
              <a:lnSpc>
                <a:spcPct val="100000"/>
              </a:lnSpc>
              <a:spcBef>
                <a:spcPts val="400"/>
              </a:spcBef>
              <a:spcAft>
                <a:spcPts val="0"/>
              </a:spcAft>
              <a:buClr>
                <a:srgbClr val="888888"/>
              </a:buClr>
              <a:buSzPts val="2000"/>
              <a:buNone/>
              <a:defRPr>
                <a:solidFill>
                  <a:srgbClr val="888888"/>
                </a:solidFill>
              </a:defRPr>
            </a:lvl9pPr>
          </a:lstStyle>
          <a:p>
            <a:endParaRPr/>
          </a:p>
        </p:txBody>
      </p:sp>
      <p:sp>
        <p:nvSpPr>
          <p:cNvPr id="23" name="Google Shape;23;p9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4" name="Google Shape;24;p97"/>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5" name="Google Shape;25;p9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6"/>
        <p:cNvGrpSpPr/>
        <p:nvPr/>
      </p:nvGrpSpPr>
      <p:grpSpPr>
        <a:xfrm>
          <a:off x="0" y="0"/>
          <a:ext cx="0" cy="0"/>
          <a:chOff x="0" y="0"/>
          <a:chExt cx="0" cy="0"/>
        </a:xfrm>
      </p:grpSpPr>
      <p:sp>
        <p:nvSpPr>
          <p:cNvPr id="27" name="Google Shape;27;p9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28" name="Google Shape;28;p9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29" name="Google Shape;29;p9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0" name="Google Shape;30;p98"/>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1" name="Google Shape;31;p9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32"/>
        <p:cNvGrpSpPr/>
        <p:nvPr/>
      </p:nvGrpSpPr>
      <p:grpSpPr>
        <a:xfrm>
          <a:off x="0" y="0"/>
          <a:ext cx="0" cy="0"/>
          <a:chOff x="0" y="0"/>
          <a:chExt cx="0" cy="0"/>
        </a:xfrm>
      </p:grpSpPr>
      <p:sp>
        <p:nvSpPr>
          <p:cNvPr id="33" name="Google Shape;33;p9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4" name="Google Shape;34;p99"/>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5" name="Google Shape;35;p9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Text, and 2 Content" type="txAndTwoObj">
  <p:cSld name="TEXT_AND_TWO_OBJECTS">
    <p:spTree>
      <p:nvGrpSpPr>
        <p:cNvPr id="1" name="Shape 36"/>
        <p:cNvGrpSpPr/>
        <p:nvPr/>
      </p:nvGrpSpPr>
      <p:grpSpPr>
        <a:xfrm>
          <a:off x="0" y="0"/>
          <a:ext cx="0" cy="0"/>
          <a:chOff x="0" y="0"/>
          <a:chExt cx="0" cy="0"/>
        </a:xfrm>
      </p:grpSpPr>
      <p:sp>
        <p:nvSpPr>
          <p:cNvPr id="37" name="Google Shape;37;p100"/>
          <p:cNvSpPr txBox="1">
            <a:spLocks noGrp="1"/>
          </p:cNvSpPr>
          <p:nvPr>
            <p:ph type="title"/>
          </p:nvPr>
        </p:nvSpPr>
        <p:spPr>
          <a:xfrm>
            <a:off x="914400" y="277813"/>
            <a:ext cx="77724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38" name="Google Shape;38;p100"/>
          <p:cNvSpPr txBox="1">
            <a:spLocks noGrp="1"/>
          </p:cNvSpPr>
          <p:nvPr>
            <p:ph type="body" idx="1"/>
          </p:nvPr>
        </p:nvSpPr>
        <p:spPr>
          <a:xfrm>
            <a:off x="914400" y="1600200"/>
            <a:ext cx="3810000" cy="4530725"/>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39" name="Google Shape;39;p100"/>
          <p:cNvSpPr txBox="1">
            <a:spLocks noGrp="1"/>
          </p:cNvSpPr>
          <p:nvPr>
            <p:ph type="body" idx="2"/>
          </p:nvPr>
        </p:nvSpPr>
        <p:spPr>
          <a:xfrm>
            <a:off x="4876800" y="1600200"/>
            <a:ext cx="3810000" cy="2189163"/>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0" name="Google Shape;40;p100"/>
          <p:cNvSpPr txBox="1">
            <a:spLocks noGrp="1"/>
          </p:cNvSpPr>
          <p:nvPr>
            <p:ph type="body" idx="3"/>
          </p:nvPr>
        </p:nvSpPr>
        <p:spPr>
          <a:xfrm>
            <a:off x="4876800" y="3941763"/>
            <a:ext cx="3810000" cy="2189162"/>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1" name="Google Shape;41;p10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2" name="Google Shape;42;p100"/>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3" name="Google Shape;43;p10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Text, and Content" type="txAndObj">
  <p:cSld name="TEXT_AND_OBJECT">
    <p:spTree>
      <p:nvGrpSpPr>
        <p:cNvPr id="1" name="Shape 44"/>
        <p:cNvGrpSpPr/>
        <p:nvPr/>
      </p:nvGrpSpPr>
      <p:grpSpPr>
        <a:xfrm>
          <a:off x="0" y="0"/>
          <a:ext cx="0" cy="0"/>
          <a:chOff x="0" y="0"/>
          <a:chExt cx="0" cy="0"/>
        </a:xfrm>
      </p:grpSpPr>
      <p:sp>
        <p:nvSpPr>
          <p:cNvPr id="45" name="Google Shape;45;p101"/>
          <p:cNvSpPr txBox="1">
            <a:spLocks noGrp="1"/>
          </p:cNvSpPr>
          <p:nvPr>
            <p:ph type="title"/>
          </p:nvPr>
        </p:nvSpPr>
        <p:spPr>
          <a:xfrm>
            <a:off x="914400" y="277813"/>
            <a:ext cx="77724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6" name="Google Shape;46;p101"/>
          <p:cNvSpPr txBox="1">
            <a:spLocks noGrp="1"/>
          </p:cNvSpPr>
          <p:nvPr>
            <p:ph type="body" idx="1"/>
          </p:nvPr>
        </p:nvSpPr>
        <p:spPr>
          <a:xfrm>
            <a:off x="914400" y="1600200"/>
            <a:ext cx="3810000" cy="4530725"/>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7" name="Google Shape;47;p101"/>
          <p:cNvSpPr txBox="1">
            <a:spLocks noGrp="1"/>
          </p:cNvSpPr>
          <p:nvPr>
            <p:ph type="body" idx="2"/>
          </p:nvPr>
        </p:nvSpPr>
        <p:spPr>
          <a:xfrm>
            <a:off x="4876800" y="1600200"/>
            <a:ext cx="3810000" cy="4530725"/>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48" name="Google Shape;48;p101"/>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49" name="Google Shape;49;p101"/>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0" name="Google Shape;50;p10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51"/>
        <p:cNvGrpSpPr/>
        <p:nvPr/>
      </p:nvGrpSpPr>
      <p:grpSpPr>
        <a:xfrm>
          <a:off x="0" y="0"/>
          <a:ext cx="0" cy="0"/>
          <a:chOff x="0" y="0"/>
          <a:chExt cx="0" cy="0"/>
        </a:xfrm>
      </p:grpSpPr>
      <p:sp>
        <p:nvSpPr>
          <p:cNvPr id="52" name="Google Shape;52;p102"/>
          <p:cNvSpPr txBox="1">
            <a:spLocks noGrp="1"/>
          </p:cNvSpPr>
          <p:nvPr>
            <p:ph type="title"/>
          </p:nvPr>
        </p:nvSpPr>
        <p:spPr>
          <a:xfrm>
            <a:off x="722313" y="4406900"/>
            <a:ext cx="7772400" cy="1362075"/>
          </a:xfrm>
          <a:prstGeom prst="rect">
            <a:avLst/>
          </a:prstGeom>
          <a:noFill/>
          <a:ln>
            <a:noFill/>
          </a:ln>
        </p:spPr>
        <p:txBody>
          <a:bodyPr spcFirstLastPara="1" wrap="square" lIns="91425" tIns="45700" rIns="91425" bIns="45700" anchor="t" anchorCtr="0">
            <a:normAutofit/>
          </a:bodyPr>
          <a:lstStyle>
            <a:lvl1pPr lvl="0" algn="l">
              <a:lnSpc>
                <a:spcPct val="100000"/>
              </a:lnSpc>
              <a:spcBef>
                <a:spcPts val="0"/>
              </a:spcBef>
              <a:spcAft>
                <a:spcPts val="0"/>
              </a:spcAft>
              <a:buClr>
                <a:schemeClr val="dk1"/>
              </a:buClr>
              <a:buSzPts val="4000"/>
              <a:buFont typeface="Calibri"/>
              <a:buNone/>
              <a:defRPr sz="4000" b="1" cap="none"/>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3" name="Google Shape;53;p102"/>
          <p:cNvSpPr txBox="1">
            <a:spLocks noGrp="1"/>
          </p:cNvSpPr>
          <p:nvPr>
            <p:ph type="body" idx="1"/>
          </p:nvPr>
        </p:nvSpPr>
        <p:spPr>
          <a:xfrm>
            <a:off x="722313" y="2906713"/>
            <a:ext cx="7772400" cy="1500187"/>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00"/>
              </a:spcBef>
              <a:spcAft>
                <a:spcPts val="0"/>
              </a:spcAft>
              <a:buClr>
                <a:srgbClr val="888888"/>
              </a:buClr>
              <a:buSzPts val="2000"/>
              <a:buNone/>
              <a:defRPr sz="2000">
                <a:solidFill>
                  <a:srgbClr val="888888"/>
                </a:solidFill>
              </a:defRPr>
            </a:lvl1pPr>
            <a:lvl2pPr marL="914400" lvl="1" indent="-228600" algn="l">
              <a:lnSpc>
                <a:spcPct val="100000"/>
              </a:lnSpc>
              <a:spcBef>
                <a:spcPts val="360"/>
              </a:spcBef>
              <a:spcAft>
                <a:spcPts val="0"/>
              </a:spcAft>
              <a:buClr>
                <a:srgbClr val="888888"/>
              </a:buClr>
              <a:buSzPts val="1800"/>
              <a:buNone/>
              <a:defRPr sz="1800">
                <a:solidFill>
                  <a:srgbClr val="888888"/>
                </a:solidFill>
              </a:defRPr>
            </a:lvl2pPr>
            <a:lvl3pPr marL="1371600" lvl="2" indent="-228600" algn="l">
              <a:lnSpc>
                <a:spcPct val="100000"/>
              </a:lnSpc>
              <a:spcBef>
                <a:spcPts val="320"/>
              </a:spcBef>
              <a:spcAft>
                <a:spcPts val="0"/>
              </a:spcAft>
              <a:buClr>
                <a:srgbClr val="888888"/>
              </a:buClr>
              <a:buSzPts val="1600"/>
              <a:buNone/>
              <a:defRPr sz="1600">
                <a:solidFill>
                  <a:srgbClr val="888888"/>
                </a:solidFill>
              </a:defRPr>
            </a:lvl3pPr>
            <a:lvl4pPr marL="1828800" lvl="3" indent="-228600" algn="l">
              <a:lnSpc>
                <a:spcPct val="100000"/>
              </a:lnSpc>
              <a:spcBef>
                <a:spcPts val="280"/>
              </a:spcBef>
              <a:spcAft>
                <a:spcPts val="0"/>
              </a:spcAft>
              <a:buClr>
                <a:srgbClr val="888888"/>
              </a:buClr>
              <a:buSzPts val="1400"/>
              <a:buNone/>
              <a:defRPr sz="1400">
                <a:solidFill>
                  <a:srgbClr val="888888"/>
                </a:solidFill>
              </a:defRPr>
            </a:lvl4pPr>
            <a:lvl5pPr marL="2286000" lvl="4" indent="-228600" algn="l">
              <a:lnSpc>
                <a:spcPct val="100000"/>
              </a:lnSpc>
              <a:spcBef>
                <a:spcPts val="280"/>
              </a:spcBef>
              <a:spcAft>
                <a:spcPts val="0"/>
              </a:spcAft>
              <a:buClr>
                <a:srgbClr val="888888"/>
              </a:buClr>
              <a:buSzPts val="1400"/>
              <a:buNone/>
              <a:defRPr sz="1400">
                <a:solidFill>
                  <a:srgbClr val="888888"/>
                </a:solidFill>
              </a:defRPr>
            </a:lvl5pPr>
            <a:lvl6pPr marL="2743200" lvl="5" indent="-228600" algn="l">
              <a:lnSpc>
                <a:spcPct val="100000"/>
              </a:lnSpc>
              <a:spcBef>
                <a:spcPts val="280"/>
              </a:spcBef>
              <a:spcAft>
                <a:spcPts val="0"/>
              </a:spcAft>
              <a:buClr>
                <a:srgbClr val="888888"/>
              </a:buClr>
              <a:buSzPts val="1400"/>
              <a:buNone/>
              <a:defRPr sz="1400">
                <a:solidFill>
                  <a:srgbClr val="888888"/>
                </a:solidFill>
              </a:defRPr>
            </a:lvl6pPr>
            <a:lvl7pPr marL="3200400" lvl="6" indent="-228600" algn="l">
              <a:lnSpc>
                <a:spcPct val="100000"/>
              </a:lnSpc>
              <a:spcBef>
                <a:spcPts val="280"/>
              </a:spcBef>
              <a:spcAft>
                <a:spcPts val="0"/>
              </a:spcAft>
              <a:buClr>
                <a:srgbClr val="888888"/>
              </a:buClr>
              <a:buSzPts val="1400"/>
              <a:buNone/>
              <a:defRPr sz="1400">
                <a:solidFill>
                  <a:srgbClr val="888888"/>
                </a:solidFill>
              </a:defRPr>
            </a:lvl7pPr>
            <a:lvl8pPr marL="3657600" lvl="7" indent="-228600" algn="l">
              <a:lnSpc>
                <a:spcPct val="100000"/>
              </a:lnSpc>
              <a:spcBef>
                <a:spcPts val="280"/>
              </a:spcBef>
              <a:spcAft>
                <a:spcPts val="0"/>
              </a:spcAft>
              <a:buClr>
                <a:srgbClr val="888888"/>
              </a:buClr>
              <a:buSzPts val="1400"/>
              <a:buNone/>
              <a:defRPr sz="1400">
                <a:solidFill>
                  <a:srgbClr val="888888"/>
                </a:solidFill>
              </a:defRPr>
            </a:lvl8pPr>
            <a:lvl9pPr marL="4114800" lvl="8" indent="-228600" algn="l">
              <a:lnSpc>
                <a:spcPct val="100000"/>
              </a:lnSpc>
              <a:spcBef>
                <a:spcPts val="280"/>
              </a:spcBef>
              <a:spcAft>
                <a:spcPts val="0"/>
              </a:spcAft>
              <a:buClr>
                <a:srgbClr val="888888"/>
              </a:buClr>
              <a:buSzPts val="1400"/>
              <a:buNone/>
              <a:defRPr sz="1400">
                <a:solidFill>
                  <a:srgbClr val="888888"/>
                </a:solidFill>
              </a:defRPr>
            </a:lvl9pPr>
          </a:lstStyle>
          <a:p>
            <a:endParaRPr/>
          </a:p>
        </p:txBody>
      </p:sp>
      <p:sp>
        <p:nvSpPr>
          <p:cNvPr id="54" name="Google Shape;54;p102"/>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5" name="Google Shape;55;p102"/>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6" name="Google Shape;56;p10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57"/>
        <p:cNvGrpSpPr/>
        <p:nvPr/>
      </p:nvGrpSpPr>
      <p:grpSpPr>
        <a:xfrm>
          <a:off x="0" y="0"/>
          <a:ext cx="0" cy="0"/>
          <a:chOff x="0" y="0"/>
          <a:chExt cx="0" cy="0"/>
        </a:xfrm>
      </p:grpSpPr>
      <p:sp>
        <p:nvSpPr>
          <p:cNvPr id="58" name="Google Shape;58;p10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59" name="Google Shape;59;p103"/>
          <p:cNvSpPr txBox="1">
            <a:spLocks noGrp="1"/>
          </p:cNvSpPr>
          <p:nvPr>
            <p:ph type="body" idx="1"/>
          </p:nvPr>
        </p:nvSpPr>
        <p:spPr>
          <a:xfrm>
            <a:off x="457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60" name="Google Shape;60;p103"/>
          <p:cNvSpPr txBox="1">
            <a:spLocks noGrp="1"/>
          </p:cNvSpPr>
          <p:nvPr>
            <p:ph type="body" idx="2"/>
          </p:nvPr>
        </p:nvSpPr>
        <p:spPr>
          <a:xfrm>
            <a:off x="4648200" y="1600200"/>
            <a:ext cx="4038600" cy="4525963"/>
          </a:xfrm>
          <a:prstGeom prst="rect">
            <a:avLst/>
          </a:prstGeom>
          <a:noFill/>
          <a:ln>
            <a:noFill/>
          </a:ln>
        </p:spPr>
        <p:txBody>
          <a:bodyPr spcFirstLastPara="1" wrap="square" lIns="91425" tIns="45700" rIns="91425" bIns="45700" anchor="t" anchorCtr="0">
            <a:normAutofit/>
          </a:bodyPr>
          <a:lstStyle>
            <a:lvl1pPr marL="457200" lvl="0" indent="-406400" algn="l">
              <a:lnSpc>
                <a:spcPct val="100000"/>
              </a:lnSpc>
              <a:spcBef>
                <a:spcPts val="560"/>
              </a:spcBef>
              <a:spcAft>
                <a:spcPts val="0"/>
              </a:spcAft>
              <a:buClr>
                <a:schemeClr val="dk1"/>
              </a:buClr>
              <a:buSzPts val="2800"/>
              <a:buChar char="•"/>
              <a:defRPr sz="2800"/>
            </a:lvl1pPr>
            <a:lvl2pPr marL="914400" lvl="1" indent="-381000" algn="l">
              <a:lnSpc>
                <a:spcPct val="100000"/>
              </a:lnSpc>
              <a:spcBef>
                <a:spcPts val="480"/>
              </a:spcBef>
              <a:spcAft>
                <a:spcPts val="0"/>
              </a:spcAft>
              <a:buClr>
                <a:schemeClr val="dk1"/>
              </a:buClr>
              <a:buSzPts val="2400"/>
              <a:buChar char="–"/>
              <a:defRPr sz="2400"/>
            </a:lvl2pPr>
            <a:lvl3pPr marL="1371600" lvl="2" indent="-355600" algn="l">
              <a:lnSpc>
                <a:spcPct val="100000"/>
              </a:lnSpc>
              <a:spcBef>
                <a:spcPts val="400"/>
              </a:spcBef>
              <a:spcAft>
                <a:spcPts val="0"/>
              </a:spcAft>
              <a:buClr>
                <a:schemeClr val="dk1"/>
              </a:buClr>
              <a:buSzPts val="2000"/>
              <a:buChar char="•"/>
              <a:defRPr sz="2000"/>
            </a:lvl3pPr>
            <a:lvl4pPr marL="1828800" lvl="3" indent="-342900" algn="l">
              <a:lnSpc>
                <a:spcPct val="100000"/>
              </a:lnSpc>
              <a:spcBef>
                <a:spcPts val="360"/>
              </a:spcBef>
              <a:spcAft>
                <a:spcPts val="0"/>
              </a:spcAft>
              <a:buClr>
                <a:schemeClr val="dk1"/>
              </a:buClr>
              <a:buSzPts val="1800"/>
              <a:buChar char="–"/>
              <a:defRPr sz="1800"/>
            </a:lvl4pPr>
            <a:lvl5pPr marL="2286000" lvl="4" indent="-342900" algn="l">
              <a:lnSpc>
                <a:spcPct val="100000"/>
              </a:lnSpc>
              <a:spcBef>
                <a:spcPts val="360"/>
              </a:spcBef>
              <a:spcAft>
                <a:spcPts val="0"/>
              </a:spcAft>
              <a:buClr>
                <a:schemeClr val="dk1"/>
              </a:buClr>
              <a:buSzPts val="1800"/>
              <a:buChar char="»"/>
              <a:defRPr sz="1800"/>
            </a:lvl5pPr>
            <a:lvl6pPr marL="2743200" lvl="5" indent="-342900" algn="l">
              <a:lnSpc>
                <a:spcPct val="100000"/>
              </a:lnSpc>
              <a:spcBef>
                <a:spcPts val="360"/>
              </a:spcBef>
              <a:spcAft>
                <a:spcPts val="0"/>
              </a:spcAft>
              <a:buClr>
                <a:schemeClr val="dk1"/>
              </a:buClr>
              <a:buSzPts val="1800"/>
              <a:buChar char="•"/>
              <a:defRPr sz="1800"/>
            </a:lvl6pPr>
            <a:lvl7pPr marL="3200400" lvl="6" indent="-342900" algn="l">
              <a:lnSpc>
                <a:spcPct val="100000"/>
              </a:lnSpc>
              <a:spcBef>
                <a:spcPts val="360"/>
              </a:spcBef>
              <a:spcAft>
                <a:spcPts val="0"/>
              </a:spcAft>
              <a:buClr>
                <a:schemeClr val="dk1"/>
              </a:buClr>
              <a:buSzPts val="1800"/>
              <a:buChar char="•"/>
              <a:defRPr sz="1800"/>
            </a:lvl7pPr>
            <a:lvl8pPr marL="3657600" lvl="7" indent="-342900" algn="l">
              <a:lnSpc>
                <a:spcPct val="100000"/>
              </a:lnSpc>
              <a:spcBef>
                <a:spcPts val="360"/>
              </a:spcBef>
              <a:spcAft>
                <a:spcPts val="0"/>
              </a:spcAft>
              <a:buClr>
                <a:schemeClr val="dk1"/>
              </a:buClr>
              <a:buSzPts val="1800"/>
              <a:buChar char="•"/>
              <a:defRPr sz="1800"/>
            </a:lvl8pPr>
            <a:lvl9pPr marL="4114800" lvl="8" indent="-342900" algn="l">
              <a:lnSpc>
                <a:spcPct val="100000"/>
              </a:lnSpc>
              <a:spcBef>
                <a:spcPts val="360"/>
              </a:spcBef>
              <a:spcAft>
                <a:spcPts val="0"/>
              </a:spcAft>
              <a:buClr>
                <a:schemeClr val="dk1"/>
              </a:buClr>
              <a:buSzPts val="1800"/>
              <a:buChar char="•"/>
              <a:defRPr sz="1800"/>
            </a:lvl9pPr>
          </a:lstStyle>
          <a:p>
            <a:endParaRPr/>
          </a:p>
        </p:txBody>
      </p:sp>
      <p:sp>
        <p:nvSpPr>
          <p:cNvPr id="61" name="Google Shape;61;p103"/>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2" name="Google Shape;62;p103"/>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3" name="Google Shape;63;p10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64"/>
        <p:cNvGrpSpPr/>
        <p:nvPr/>
      </p:nvGrpSpPr>
      <p:grpSpPr>
        <a:xfrm>
          <a:off x="0" y="0"/>
          <a:ext cx="0" cy="0"/>
          <a:chOff x="0" y="0"/>
          <a:chExt cx="0" cy="0"/>
        </a:xfrm>
      </p:grpSpPr>
      <p:sp>
        <p:nvSpPr>
          <p:cNvPr id="65" name="Google Shape;65;p10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4400"/>
              <a:buFont typeface="Calibri"/>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66" name="Google Shape;66;p104"/>
          <p:cNvSpPr txBox="1">
            <a:spLocks noGrp="1"/>
          </p:cNvSpPr>
          <p:nvPr>
            <p:ph type="body" idx="1"/>
          </p:nvPr>
        </p:nvSpPr>
        <p:spPr>
          <a:xfrm>
            <a:off x="457200" y="1535113"/>
            <a:ext cx="4040188"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67" name="Google Shape;67;p104"/>
          <p:cNvSpPr txBox="1">
            <a:spLocks noGrp="1"/>
          </p:cNvSpPr>
          <p:nvPr>
            <p:ph type="body" idx="2"/>
          </p:nvPr>
        </p:nvSpPr>
        <p:spPr>
          <a:xfrm>
            <a:off x="457200" y="2174875"/>
            <a:ext cx="4040188"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68" name="Google Shape;68;p104"/>
          <p:cNvSpPr txBox="1">
            <a:spLocks noGrp="1"/>
          </p:cNvSpPr>
          <p:nvPr>
            <p:ph type="body" idx="3"/>
          </p:nvPr>
        </p:nvSpPr>
        <p:spPr>
          <a:xfrm>
            <a:off x="4645025" y="1535113"/>
            <a:ext cx="4041775" cy="639762"/>
          </a:xfrm>
          <a:prstGeom prst="rect">
            <a:avLst/>
          </a:prstGeom>
          <a:noFill/>
          <a:ln>
            <a:noFill/>
          </a:ln>
        </p:spPr>
        <p:txBody>
          <a:bodyPr spcFirstLastPara="1" wrap="square" lIns="91425" tIns="45700" rIns="91425" bIns="45700" anchor="b" anchorCtr="0">
            <a:normAutofit/>
          </a:bodyPr>
          <a:lstStyle>
            <a:lvl1pPr marL="457200" lvl="0" indent="-228600" algn="l">
              <a:lnSpc>
                <a:spcPct val="100000"/>
              </a:lnSpc>
              <a:spcBef>
                <a:spcPts val="480"/>
              </a:spcBef>
              <a:spcAft>
                <a:spcPts val="0"/>
              </a:spcAft>
              <a:buClr>
                <a:schemeClr val="dk1"/>
              </a:buClr>
              <a:buSzPts val="2400"/>
              <a:buNone/>
              <a:defRPr sz="2400" b="1"/>
            </a:lvl1pPr>
            <a:lvl2pPr marL="914400" lvl="1" indent="-228600" algn="l">
              <a:lnSpc>
                <a:spcPct val="100000"/>
              </a:lnSpc>
              <a:spcBef>
                <a:spcPts val="400"/>
              </a:spcBef>
              <a:spcAft>
                <a:spcPts val="0"/>
              </a:spcAft>
              <a:buClr>
                <a:schemeClr val="dk1"/>
              </a:buClr>
              <a:buSzPts val="2000"/>
              <a:buNone/>
              <a:defRPr sz="2000" b="1"/>
            </a:lvl2pPr>
            <a:lvl3pPr marL="1371600" lvl="2" indent="-228600" algn="l">
              <a:lnSpc>
                <a:spcPct val="100000"/>
              </a:lnSpc>
              <a:spcBef>
                <a:spcPts val="360"/>
              </a:spcBef>
              <a:spcAft>
                <a:spcPts val="0"/>
              </a:spcAft>
              <a:buClr>
                <a:schemeClr val="dk1"/>
              </a:buClr>
              <a:buSzPts val="1800"/>
              <a:buNone/>
              <a:defRPr sz="1800" b="1"/>
            </a:lvl3pPr>
            <a:lvl4pPr marL="1828800" lvl="3" indent="-228600" algn="l">
              <a:lnSpc>
                <a:spcPct val="100000"/>
              </a:lnSpc>
              <a:spcBef>
                <a:spcPts val="320"/>
              </a:spcBef>
              <a:spcAft>
                <a:spcPts val="0"/>
              </a:spcAft>
              <a:buClr>
                <a:schemeClr val="dk1"/>
              </a:buClr>
              <a:buSzPts val="1600"/>
              <a:buNone/>
              <a:defRPr sz="1600" b="1"/>
            </a:lvl4pPr>
            <a:lvl5pPr marL="2286000" lvl="4" indent="-228600" algn="l">
              <a:lnSpc>
                <a:spcPct val="100000"/>
              </a:lnSpc>
              <a:spcBef>
                <a:spcPts val="320"/>
              </a:spcBef>
              <a:spcAft>
                <a:spcPts val="0"/>
              </a:spcAft>
              <a:buClr>
                <a:schemeClr val="dk1"/>
              </a:buClr>
              <a:buSzPts val="1600"/>
              <a:buNone/>
              <a:defRPr sz="1600" b="1"/>
            </a:lvl5pPr>
            <a:lvl6pPr marL="2743200" lvl="5" indent="-228600" algn="l">
              <a:lnSpc>
                <a:spcPct val="100000"/>
              </a:lnSpc>
              <a:spcBef>
                <a:spcPts val="320"/>
              </a:spcBef>
              <a:spcAft>
                <a:spcPts val="0"/>
              </a:spcAft>
              <a:buClr>
                <a:schemeClr val="dk1"/>
              </a:buClr>
              <a:buSzPts val="1600"/>
              <a:buNone/>
              <a:defRPr sz="1600" b="1"/>
            </a:lvl6pPr>
            <a:lvl7pPr marL="3200400" lvl="6" indent="-228600" algn="l">
              <a:lnSpc>
                <a:spcPct val="100000"/>
              </a:lnSpc>
              <a:spcBef>
                <a:spcPts val="320"/>
              </a:spcBef>
              <a:spcAft>
                <a:spcPts val="0"/>
              </a:spcAft>
              <a:buClr>
                <a:schemeClr val="dk1"/>
              </a:buClr>
              <a:buSzPts val="1600"/>
              <a:buNone/>
              <a:defRPr sz="1600" b="1"/>
            </a:lvl7pPr>
            <a:lvl8pPr marL="3657600" lvl="7" indent="-228600" algn="l">
              <a:lnSpc>
                <a:spcPct val="100000"/>
              </a:lnSpc>
              <a:spcBef>
                <a:spcPts val="320"/>
              </a:spcBef>
              <a:spcAft>
                <a:spcPts val="0"/>
              </a:spcAft>
              <a:buClr>
                <a:schemeClr val="dk1"/>
              </a:buClr>
              <a:buSzPts val="1600"/>
              <a:buNone/>
              <a:defRPr sz="1600" b="1"/>
            </a:lvl8pPr>
            <a:lvl9pPr marL="4114800" lvl="8" indent="-228600" algn="l">
              <a:lnSpc>
                <a:spcPct val="100000"/>
              </a:lnSpc>
              <a:spcBef>
                <a:spcPts val="320"/>
              </a:spcBef>
              <a:spcAft>
                <a:spcPts val="0"/>
              </a:spcAft>
              <a:buClr>
                <a:schemeClr val="dk1"/>
              </a:buClr>
              <a:buSzPts val="1600"/>
              <a:buNone/>
              <a:defRPr sz="1600" b="1"/>
            </a:lvl9pPr>
          </a:lstStyle>
          <a:p>
            <a:endParaRPr/>
          </a:p>
        </p:txBody>
      </p:sp>
      <p:sp>
        <p:nvSpPr>
          <p:cNvPr id="69" name="Google Shape;69;p104"/>
          <p:cNvSpPr txBox="1">
            <a:spLocks noGrp="1"/>
          </p:cNvSpPr>
          <p:nvPr>
            <p:ph type="body" idx="4"/>
          </p:nvPr>
        </p:nvSpPr>
        <p:spPr>
          <a:xfrm>
            <a:off x="4645025" y="2174875"/>
            <a:ext cx="4041775" cy="3951288"/>
          </a:xfrm>
          <a:prstGeom prst="rect">
            <a:avLst/>
          </a:prstGeom>
          <a:noFill/>
          <a:ln>
            <a:noFill/>
          </a:ln>
        </p:spPr>
        <p:txBody>
          <a:bodyPr spcFirstLastPara="1" wrap="square" lIns="91425" tIns="45700" rIns="91425" bIns="45700" anchor="t" anchorCtr="0">
            <a:normAutofit/>
          </a:bodyPr>
          <a:lstStyle>
            <a:lvl1pPr marL="457200" lvl="0" indent="-381000" algn="l">
              <a:lnSpc>
                <a:spcPct val="100000"/>
              </a:lnSpc>
              <a:spcBef>
                <a:spcPts val="480"/>
              </a:spcBef>
              <a:spcAft>
                <a:spcPts val="0"/>
              </a:spcAft>
              <a:buClr>
                <a:schemeClr val="dk1"/>
              </a:buClr>
              <a:buSzPts val="2400"/>
              <a:buChar char="•"/>
              <a:defRPr sz="2400"/>
            </a:lvl1pPr>
            <a:lvl2pPr marL="914400" lvl="1" indent="-355600" algn="l">
              <a:lnSpc>
                <a:spcPct val="100000"/>
              </a:lnSpc>
              <a:spcBef>
                <a:spcPts val="400"/>
              </a:spcBef>
              <a:spcAft>
                <a:spcPts val="0"/>
              </a:spcAft>
              <a:buClr>
                <a:schemeClr val="dk1"/>
              </a:buClr>
              <a:buSzPts val="2000"/>
              <a:buChar char="–"/>
              <a:defRPr sz="2000"/>
            </a:lvl2pPr>
            <a:lvl3pPr marL="1371600" lvl="2" indent="-342900" algn="l">
              <a:lnSpc>
                <a:spcPct val="100000"/>
              </a:lnSpc>
              <a:spcBef>
                <a:spcPts val="360"/>
              </a:spcBef>
              <a:spcAft>
                <a:spcPts val="0"/>
              </a:spcAft>
              <a:buClr>
                <a:schemeClr val="dk1"/>
              </a:buClr>
              <a:buSzPts val="1800"/>
              <a:buChar char="•"/>
              <a:defRPr sz="1800"/>
            </a:lvl3pPr>
            <a:lvl4pPr marL="1828800" lvl="3" indent="-330200" algn="l">
              <a:lnSpc>
                <a:spcPct val="100000"/>
              </a:lnSpc>
              <a:spcBef>
                <a:spcPts val="320"/>
              </a:spcBef>
              <a:spcAft>
                <a:spcPts val="0"/>
              </a:spcAft>
              <a:buClr>
                <a:schemeClr val="dk1"/>
              </a:buClr>
              <a:buSzPts val="1600"/>
              <a:buChar char="–"/>
              <a:defRPr sz="1600"/>
            </a:lvl4pPr>
            <a:lvl5pPr marL="2286000" lvl="4" indent="-330200" algn="l">
              <a:lnSpc>
                <a:spcPct val="100000"/>
              </a:lnSpc>
              <a:spcBef>
                <a:spcPts val="320"/>
              </a:spcBef>
              <a:spcAft>
                <a:spcPts val="0"/>
              </a:spcAft>
              <a:buClr>
                <a:schemeClr val="dk1"/>
              </a:buClr>
              <a:buSzPts val="1600"/>
              <a:buChar char="»"/>
              <a:defRPr sz="1600"/>
            </a:lvl5pPr>
            <a:lvl6pPr marL="2743200" lvl="5" indent="-330200" algn="l">
              <a:lnSpc>
                <a:spcPct val="100000"/>
              </a:lnSpc>
              <a:spcBef>
                <a:spcPts val="320"/>
              </a:spcBef>
              <a:spcAft>
                <a:spcPts val="0"/>
              </a:spcAft>
              <a:buClr>
                <a:schemeClr val="dk1"/>
              </a:buClr>
              <a:buSzPts val="1600"/>
              <a:buChar char="•"/>
              <a:defRPr sz="1600"/>
            </a:lvl6pPr>
            <a:lvl7pPr marL="3200400" lvl="6" indent="-330200" algn="l">
              <a:lnSpc>
                <a:spcPct val="100000"/>
              </a:lnSpc>
              <a:spcBef>
                <a:spcPts val="320"/>
              </a:spcBef>
              <a:spcAft>
                <a:spcPts val="0"/>
              </a:spcAft>
              <a:buClr>
                <a:schemeClr val="dk1"/>
              </a:buClr>
              <a:buSzPts val="1600"/>
              <a:buChar char="•"/>
              <a:defRPr sz="1600"/>
            </a:lvl7pPr>
            <a:lvl8pPr marL="3657600" lvl="7" indent="-330200" algn="l">
              <a:lnSpc>
                <a:spcPct val="100000"/>
              </a:lnSpc>
              <a:spcBef>
                <a:spcPts val="320"/>
              </a:spcBef>
              <a:spcAft>
                <a:spcPts val="0"/>
              </a:spcAft>
              <a:buClr>
                <a:schemeClr val="dk1"/>
              </a:buClr>
              <a:buSzPts val="1600"/>
              <a:buChar char="•"/>
              <a:defRPr sz="1600"/>
            </a:lvl8pPr>
            <a:lvl9pPr marL="4114800" lvl="8" indent="-330200" algn="l">
              <a:lnSpc>
                <a:spcPct val="100000"/>
              </a:lnSpc>
              <a:spcBef>
                <a:spcPts val="320"/>
              </a:spcBef>
              <a:spcAft>
                <a:spcPts val="0"/>
              </a:spcAft>
              <a:buClr>
                <a:schemeClr val="dk1"/>
              </a:buClr>
              <a:buSzPts val="1600"/>
              <a:buChar char="•"/>
              <a:defRPr sz="1600"/>
            </a:lvl9pPr>
          </a:lstStyle>
          <a:p>
            <a:endParaRPr/>
          </a:p>
        </p:txBody>
      </p:sp>
      <p:sp>
        <p:nvSpPr>
          <p:cNvPr id="70" name="Google Shape;70;p104"/>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1" name="Google Shape;71;p104"/>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2" name="Google Shape;72;p10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3"/>
        <p:cNvGrpSpPr/>
        <p:nvPr/>
      </p:nvGrpSpPr>
      <p:grpSpPr>
        <a:xfrm>
          <a:off x="0" y="0"/>
          <a:ext cx="0" cy="0"/>
          <a:chOff x="0" y="0"/>
          <a:chExt cx="0" cy="0"/>
        </a:xfrm>
      </p:grpSpPr>
      <p:sp>
        <p:nvSpPr>
          <p:cNvPr id="74" name="Google Shape;74;p10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5" name="Google Shape;75;p10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6" name="Google Shape;76;p105"/>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77" name="Google Shape;77;p10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78"/>
        <p:cNvGrpSpPr/>
        <p:nvPr/>
      </p:nvGrpSpPr>
      <p:grpSpPr>
        <a:xfrm>
          <a:off x="0" y="0"/>
          <a:ext cx="0" cy="0"/>
          <a:chOff x="0" y="0"/>
          <a:chExt cx="0" cy="0"/>
        </a:xfrm>
      </p:grpSpPr>
      <p:sp>
        <p:nvSpPr>
          <p:cNvPr id="79" name="Google Shape;79;p106"/>
          <p:cNvSpPr txBox="1">
            <a:spLocks noGrp="1"/>
          </p:cNvSpPr>
          <p:nvPr>
            <p:ph type="title"/>
          </p:nvPr>
        </p:nvSpPr>
        <p:spPr>
          <a:xfrm>
            <a:off x="457200" y="273050"/>
            <a:ext cx="3008313" cy="1162050"/>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0" name="Google Shape;80;p106"/>
          <p:cNvSpPr txBox="1">
            <a:spLocks noGrp="1"/>
          </p:cNvSpPr>
          <p:nvPr>
            <p:ph type="body" idx="1"/>
          </p:nvPr>
        </p:nvSpPr>
        <p:spPr>
          <a:xfrm>
            <a:off x="3575050" y="273050"/>
            <a:ext cx="5111750" cy="5853113"/>
          </a:xfrm>
          <a:prstGeom prst="rect">
            <a:avLst/>
          </a:prstGeom>
          <a:noFill/>
          <a:ln>
            <a:noFill/>
          </a:ln>
        </p:spPr>
        <p:txBody>
          <a:bodyPr spcFirstLastPara="1" wrap="square" lIns="91425" tIns="45700" rIns="91425" bIns="45700" anchor="t" anchorCtr="0">
            <a:normAutofit/>
          </a:bodyPr>
          <a:lstStyle>
            <a:lvl1pPr marL="457200" lvl="0" indent="-431800" algn="l">
              <a:lnSpc>
                <a:spcPct val="100000"/>
              </a:lnSpc>
              <a:spcBef>
                <a:spcPts val="640"/>
              </a:spcBef>
              <a:spcAft>
                <a:spcPts val="0"/>
              </a:spcAft>
              <a:buClr>
                <a:schemeClr val="dk1"/>
              </a:buClr>
              <a:buSzPts val="3200"/>
              <a:buChar char="•"/>
              <a:defRPr sz="3200"/>
            </a:lvl1pPr>
            <a:lvl2pPr marL="914400" lvl="1" indent="-406400" algn="l">
              <a:lnSpc>
                <a:spcPct val="100000"/>
              </a:lnSpc>
              <a:spcBef>
                <a:spcPts val="560"/>
              </a:spcBef>
              <a:spcAft>
                <a:spcPts val="0"/>
              </a:spcAft>
              <a:buClr>
                <a:schemeClr val="dk1"/>
              </a:buClr>
              <a:buSzPts val="2800"/>
              <a:buChar char="–"/>
              <a:defRPr sz="2800"/>
            </a:lvl2pPr>
            <a:lvl3pPr marL="1371600" lvl="2" indent="-381000" algn="l">
              <a:lnSpc>
                <a:spcPct val="100000"/>
              </a:lnSpc>
              <a:spcBef>
                <a:spcPts val="480"/>
              </a:spcBef>
              <a:spcAft>
                <a:spcPts val="0"/>
              </a:spcAft>
              <a:buClr>
                <a:schemeClr val="dk1"/>
              </a:buClr>
              <a:buSzPts val="2400"/>
              <a:buChar char="•"/>
              <a:defRPr sz="2400"/>
            </a:lvl3pPr>
            <a:lvl4pPr marL="1828800" lvl="3" indent="-355600" algn="l">
              <a:lnSpc>
                <a:spcPct val="100000"/>
              </a:lnSpc>
              <a:spcBef>
                <a:spcPts val="400"/>
              </a:spcBef>
              <a:spcAft>
                <a:spcPts val="0"/>
              </a:spcAft>
              <a:buClr>
                <a:schemeClr val="dk1"/>
              </a:buClr>
              <a:buSzPts val="2000"/>
              <a:buChar char="–"/>
              <a:defRPr sz="2000"/>
            </a:lvl4pPr>
            <a:lvl5pPr marL="2286000" lvl="4" indent="-355600" algn="l">
              <a:lnSpc>
                <a:spcPct val="100000"/>
              </a:lnSpc>
              <a:spcBef>
                <a:spcPts val="400"/>
              </a:spcBef>
              <a:spcAft>
                <a:spcPts val="0"/>
              </a:spcAft>
              <a:buClr>
                <a:schemeClr val="dk1"/>
              </a:buClr>
              <a:buSzPts val="2000"/>
              <a:buChar char="»"/>
              <a:defRPr sz="2000"/>
            </a:lvl5pPr>
            <a:lvl6pPr marL="2743200" lvl="5" indent="-355600" algn="l">
              <a:lnSpc>
                <a:spcPct val="100000"/>
              </a:lnSpc>
              <a:spcBef>
                <a:spcPts val="400"/>
              </a:spcBef>
              <a:spcAft>
                <a:spcPts val="0"/>
              </a:spcAft>
              <a:buClr>
                <a:schemeClr val="dk1"/>
              </a:buClr>
              <a:buSzPts val="2000"/>
              <a:buChar char="•"/>
              <a:defRPr sz="2000"/>
            </a:lvl6pPr>
            <a:lvl7pPr marL="3200400" lvl="6" indent="-355600" algn="l">
              <a:lnSpc>
                <a:spcPct val="100000"/>
              </a:lnSpc>
              <a:spcBef>
                <a:spcPts val="400"/>
              </a:spcBef>
              <a:spcAft>
                <a:spcPts val="0"/>
              </a:spcAft>
              <a:buClr>
                <a:schemeClr val="dk1"/>
              </a:buClr>
              <a:buSzPts val="2000"/>
              <a:buChar char="•"/>
              <a:defRPr sz="2000"/>
            </a:lvl7pPr>
            <a:lvl8pPr marL="3657600" lvl="7" indent="-355600" algn="l">
              <a:lnSpc>
                <a:spcPct val="100000"/>
              </a:lnSpc>
              <a:spcBef>
                <a:spcPts val="400"/>
              </a:spcBef>
              <a:spcAft>
                <a:spcPts val="0"/>
              </a:spcAft>
              <a:buClr>
                <a:schemeClr val="dk1"/>
              </a:buClr>
              <a:buSzPts val="2000"/>
              <a:buChar char="•"/>
              <a:defRPr sz="2000"/>
            </a:lvl8pPr>
            <a:lvl9pPr marL="4114800" lvl="8" indent="-355600" algn="l">
              <a:lnSpc>
                <a:spcPct val="100000"/>
              </a:lnSpc>
              <a:spcBef>
                <a:spcPts val="400"/>
              </a:spcBef>
              <a:spcAft>
                <a:spcPts val="0"/>
              </a:spcAft>
              <a:buClr>
                <a:schemeClr val="dk1"/>
              </a:buClr>
              <a:buSzPts val="2000"/>
              <a:buChar char="•"/>
              <a:defRPr sz="2000"/>
            </a:lvl9pPr>
          </a:lstStyle>
          <a:p>
            <a:endParaRPr/>
          </a:p>
        </p:txBody>
      </p:sp>
      <p:sp>
        <p:nvSpPr>
          <p:cNvPr id="81" name="Google Shape;81;p106"/>
          <p:cNvSpPr txBox="1">
            <a:spLocks noGrp="1"/>
          </p:cNvSpPr>
          <p:nvPr>
            <p:ph type="body" idx="2"/>
          </p:nvPr>
        </p:nvSpPr>
        <p:spPr>
          <a:xfrm>
            <a:off x="457200" y="1435100"/>
            <a:ext cx="3008313" cy="4691063"/>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82" name="Google Shape;82;p10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3" name="Google Shape;83;p106"/>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4" name="Google Shape;84;p10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5"/>
        <p:cNvGrpSpPr/>
        <p:nvPr/>
      </p:nvGrpSpPr>
      <p:grpSpPr>
        <a:xfrm>
          <a:off x="0" y="0"/>
          <a:ext cx="0" cy="0"/>
          <a:chOff x="0" y="0"/>
          <a:chExt cx="0" cy="0"/>
        </a:xfrm>
      </p:grpSpPr>
      <p:sp>
        <p:nvSpPr>
          <p:cNvPr id="86" name="Google Shape;86;p107"/>
          <p:cNvSpPr txBox="1">
            <a:spLocks noGrp="1"/>
          </p:cNvSpPr>
          <p:nvPr>
            <p:ph type="title"/>
          </p:nvPr>
        </p:nvSpPr>
        <p:spPr>
          <a:xfrm>
            <a:off x="1792288" y="4800600"/>
            <a:ext cx="5486400" cy="566738"/>
          </a:xfrm>
          <a:prstGeom prst="rect">
            <a:avLst/>
          </a:prstGeom>
          <a:noFill/>
          <a:ln>
            <a:noFill/>
          </a:ln>
        </p:spPr>
        <p:txBody>
          <a:bodyPr spcFirstLastPara="1" wrap="square" lIns="91425" tIns="45700" rIns="91425" bIns="45700" anchor="b" anchorCtr="0">
            <a:normAutofit/>
          </a:bodyPr>
          <a:lstStyle>
            <a:lvl1pPr lvl="0" algn="l">
              <a:lnSpc>
                <a:spcPct val="100000"/>
              </a:lnSpc>
              <a:spcBef>
                <a:spcPts val="0"/>
              </a:spcBef>
              <a:spcAft>
                <a:spcPts val="0"/>
              </a:spcAft>
              <a:buClr>
                <a:schemeClr val="dk1"/>
              </a:buClr>
              <a:buSzPts val="2000"/>
              <a:buFont typeface="Calibri"/>
              <a:buNone/>
              <a:defRPr sz="2000" b="1"/>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87" name="Google Shape;87;p107"/>
          <p:cNvSpPr>
            <a:spLocks noGrp="1"/>
          </p:cNvSpPr>
          <p:nvPr>
            <p:ph type="pic" idx="2"/>
          </p:nvPr>
        </p:nvSpPr>
        <p:spPr>
          <a:xfrm>
            <a:off x="1792288" y="612775"/>
            <a:ext cx="5486400" cy="4114800"/>
          </a:xfrm>
          <a:prstGeom prst="rect">
            <a:avLst/>
          </a:prstGeom>
          <a:noFill/>
          <a:ln>
            <a:noFill/>
          </a:ln>
        </p:spPr>
      </p:sp>
      <p:sp>
        <p:nvSpPr>
          <p:cNvPr id="88" name="Google Shape;88;p107"/>
          <p:cNvSpPr txBox="1">
            <a:spLocks noGrp="1"/>
          </p:cNvSpPr>
          <p:nvPr>
            <p:ph type="body" idx="1"/>
          </p:nvPr>
        </p:nvSpPr>
        <p:spPr>
          <a:xfrm>
            <a:off x="1792288" y="5367338"/>
            <a:ext cx="5486400" cy="804862"/>
          </a:xfrm>
          <a:prstGeom prst="rect">
            <a:avLst/>
          </a:prstGeom>
          <a:noFill/>
          <a:ln>
            <a:noFill/>
          </a:ln>
        </p:spPr>
        <p:txBody>
          <a:bodyPr spcFirstLastPara="1" wrap="square" lIns="91425" tIns="45700" rIns="91425" bIns="45700" anchor="t" anchorCtr="0">
            <a:normAutofit/>
          </a:bodyPr>
          <a:lstStyle>
            <a:lvl1pPr marL="457200" lvl="0" indent="-228600" algn="l">
              <a:lnSpc>
                <a:spcPct val="100000"/>
              </a:lnSpc>
              <a:spcBef>
                <a:spcPts val="280"/>
              </a:spcBef>
              <a:spcAft>
                <a:spcPts val="0"/>
              </a:spcAft>
              <a:buClr>
                <a:schemeClr val="dk1"/>
              </a:buClr>
              <a:buSzPts val="1400"/>
              <a:buNone/>
              <a:defRPr sz="1400"/>
            </a:lvl1pPr>
            <a:lvl2pPr marL="914400" lvl="1" indent="-228600" algn="l">
              <a:lnSpc>
                <a:spcPct val="100000"/>
              </a:lnSpc>
              <a:spcBef>
                <a:spcPts val="240"/>
              </a:spcBef>
              <a:spcAft>
                <a:spcPts val="0"/>
              </a:spcAft>
              <a:buClr>
                <a:schemeClr val="dk1"/>
              </a:buClr>
              <a:buSzPts val="1200"/>
              <a:buNone/>
              <a:defRPr sz="1200"/>
            </a:lvl2pPr>
            <a:lvl3pPr marL="1371600" lvl="2" indent="-228600" algn="l">
              <a:lnSpc>
                <a:spcPct val="100000"/>
              </a:lnSpc>
              <a:spcBef>
                <a:spcPts val="200"/>
              </a:spcBef>
              <a:spcAft>
                <a:spcPts val="0"/>
              </a:spcAft>
              <a:buClr>
                <a:schemeClr val="dk1"/>
              </a:buClr>
              <a:buSzPts val="1000"/>
              <a:buNone/>
              <a:defRPr sz="1000"/>
            </a:lvl3pPr>
            <a:lvl4pPr marL="1828800" lvl="3" indent="-228600" algn="l">
              <a:lnSpc>
                <a:spcPct val="100000"/>
              </a:lnSpc>
              <a:spcBef>
                <a:spcPts val="180"/>
              </a:spcBef>
              <a:spcAft>
                <a:spcPts val="0"/>
              </a:spcAft>
              <a:buClr>
                <a:schemeClr val="dk1"/>
              </a:buClr>
              <a:buSzPts val="900"/>
              <a:buNone/>
              <a:defRPr sz="900"/>
            </a:lvl4pPr>
            <a:lvl5pPr marL="2286000" lvl="4" indent="-228600" algn="l">
              <a:lnSpc>
                <a:spcPct val="100000"/>
              </a:lnSpc>
              <a:spcBef>
                <a:spcPts val="180"/>
              </a:spcBef>
              <a:spcAft>
                <a:spcPts val="0"/>
              </a:spcAft>
              <a:buClr>
                <a:schemeClr val="dk1"/>
              </a:buClr>
              <a:buSzPts val="900"/>
              <a:buNone/>
              <a:defRPr sz="900"/>
            </a:lvl5pPr>
            <a:lvl6pPr marL="2743200" lvl="5" indent="-228600" algn="l">
              <a:lnSpc>
                <a:spcPct val="100000"/>
              </a:lnSpc>
              <a:spcBef>
                <a:spcPts val="180"/>
              </a:spcBef>
              <a:spcAft>
                <a:spcPts val="0"/>
              </a:spcAft>
              <a:buClr>
                <a:schemeClr val="dk1"/>
              </a:buClr>
              <a:buSzPts val="900"/>
              <a:buNone/>
              <a:defRPr sz="900"/>
            </a:lvl6pPr>
            <a:lvl7pPr marL="3200400" lvl="6" indent="-228600" algn="l">
              <a:lnSpc>
                <a:spcPct val="100000"/>
              </a:lnSpc>
              <a:spcBef>
                <a:spcPts val="180"/>
              </a:spcBef>
              <a:spcAft>
                <a:spcPts val="0"/>
              </a:spcAft>
              <a:buClr>
                <a:schemeClr val="dk1"/>
              </a:buClr>
              <a:buSzPts val="900"/>
              <a:buNone/>
              <a:defRPr sz="900"/>
            </a:lvl7pPr>
            <a:lvl8pPr marL="3657600" lvl="7" indent="-228600" algn="l">
              <a:lnSpc>
                <a:spcPct val="100000"/>
              </a:lnSpc>
              <a:spcBef>
                <a:spcPts val="180"/>
              </a:spcBef>
              <a:spcAft>
                <a:spcPts val="0"/>
              </a:spcAft>
              <a:buClr>
                <a:schemeClr val="dk1"/>
              </a:buClr>
              <a:buSzPts val="900"/>
              <a:buNone/>
              <a:defRPr sz="900"/>
            </a:lvl8pPr>
            <a:lvl9pPr marL="4114800" lvl="8" indent="-228600" algn="l">
              <a:lnSpc>
                <a:spcPct val="100000"/>
              </a:lnSpc>
              <a:spcBef>
                <a:spcPts val="180"/>
              </a:spcBef>
              <a:spcAft>
                <a:spcPts val="0"/>
              </a:spcAft>
              <a:buClr>
                <a:schemeClr val="dk1"/>
              </a:buClr>
              <a:buSzPts val="900"/>
              <a:buNone/>
              <a:defRPr sz="900"/>
            </a:lvl9pPr>
          </a:lstStyle>
          <a:p>
            <a:endParaRPr/>
          </a:p>
        </p:txBody>
      </p:sp>
      <p:sp>
        <p:nvSpPr>
          <p:cNvPr id="89" name="Google Shape;89;p107"/>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0" name="Google Shape;90;p107"/>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1" name="Google Shape;91;p107"/>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2"/>
        <p:cNvGrpSpPr/>
        <p:nvPr/>
      </p:nvGrpSpPr>
      <p:grpSpPr>
        <a:xfrm>
          <a:off x="0" y="0"/>
          <a:ext cx="0" cy="0"/>
          <a:chOff x="0" y="0"/>
          <a:chExt cx="0" cy="0"/>
        </a:xfrm>
      </p:grpSpPr>
      <p:sp>
        <p:nvSpPr>
          <p:cNvPr id="93" name="Google Shape;93;p10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4" name="Google Shape;94;p108"/>
          <p:cNvSpPr txBox="1">
            <a:spLocks noGrp="1"/>
          </p:cNvSpPr>
          <p:nvPr>
            <p:ph type="body" idx="1"/>
          </p:nvPr>
        </p:nvSpPr>
        <p:spPr>
          <a:xfrm rot="5400000">
            <a:off x="2309019" y="-251618"/>
            <a:ext cx="4525963" cy="82296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95" name="Google Shape;95;p10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6" name="Google Shape;96;p108"/>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97" name="Google Shape;97;p10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8"/>
        <p:cNvGrpSpPr/>
        <p:nvPr/>
      </p:nvGrpSpPr>
      <p:grpSpPr>
        <a:xfrm>
          <a:off x="0" y="0"/>
          <a:ext cx="0" cy="0"/>
          <a:chOff x="0" y="0"/>
          <a:chExt cx="0" cy="0"/>
        </a:xfrm>
      </p:grpSpPr>
      <p:sp>
        <p:nvSpPr>
          <p:cNvPr id="99" name="Google Shape;99;p109"/>
          <p:cNvSpPr txBox="1">
            <a:spLocks noGrp="1"/>
          </p:cNvSpPr>
          <p:nvPr>
            <p:ph type="title"/>
          </p:nvPr>
        </p:nvSpPr>
        <p:spPr>
          <a:xfrm rot="5400000">
            <a:off x="4732338" y="2171701"/>
            <a:ext cx="5851525" cy="2057400"/>
          </a:xfrm>
          <a:prstGeom prst="rect">
            <a:avLst/>
          </a:prstGeom>
          <a:noFill/>
          <a:ln>
            <a:noFill/>
          </a:ln>
        </p:spPr>
        <p:txBody>
          <a:bodyPr spcFirstLastPara="1" wrap="square" lIns="91425" tIns="45700" rIns="91425" bIns="45700" anchor="ctr" anchorCtr="0">
            <a:normAutofit/>
          </a:bodyPr>
          <a:lstStyle>
            <a:lvl1pPr lvl="0" algn="ctr">
              <a:lnSpc>
                <a:spcPct val="10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0" name="Google Shape;100;p109"/>
          <p:cNvSpPr txBox="1">
            <a:spLocks noGrp="1"/>
          </p:cNvSpPr>
          <p:nvPr>
            <p:ph type="body" idx="1"/>
          </p:nvPr>
        </p:nvSpPr>
        <p:spPr>
          <a:xfrm rot="5400000">
            <a:off x="541338" y="190500"/>
            <a:ext cx="5851525" cy="6019800"/>
          </a:xfrm>
          <a:prstGeom prst="rect">
            <a:avLst/>
          </a:prstGeom>
          <a:noFill/>
          <a:ln>
            <a:noFill/>
          </a:ln>
        </p:spPr>
        <p:txBody>
          <a:bodyPr spcFirstLastPara="1" wrap="square" lIns="91425" tIns="45700" rIns="91425" bIns="45700" anchor="t" anchorCtr="0">
            <a:normAutofit/>
          </a:bodyPr>
          <a:lstStyle>
            <a:lvl1pPr marL="457200" lvl="0" indent="-342900" algn="l">
              <a:lnSpc>
                <a:spcPct val="100000"/>
              </a:lnSpc>
              <a:spcBef>
                <a:spcPts val="360"/>
              </a:spcBef>
              <a:spcAft>
                <a:spcPts val="0"/>
              </a:spcAft>
              <a:buClr>
                <a:schemeClr val="dk1"/>
              </a:buClr>
              <a:buSzPts val="1800"/>
              <a:buChar char="•"/>
              <a:defRPr/>
            </a:lvl1pPr>
            <a:lvl2pPr marL="914400" lvl="1" indent="-342900" algn="l">
              <a:lnSpc>
                <a:spcPct val="100000"/>
              </a:lnSpc>
              <a:spcBef>
                <a:spcPts val="360"/>
              </a:spcBef>
              <a:spcAft>
                <a:spcPts val="0"/>
              </a:spcAft>
              <a:buClr>
                <a:schemeClr val="dk1"/>
              </a:buClr>
              <a:buSzPts val="1800"/>
              <a:buChar char="–"/>
              <a:defRPr/>
            </a:lvl2pPr>
            <a:lvl3pPr marL="1371600" lvl="2" indent="-342900" algn="l">
              <a:lnSpc>
                <a:spcPct val="100000"/>
              </a:lnSpc>
              <a:spcBef>
                <a:spcPts val="360"/>
              </a:spcBef>
              <a:spcAft>
                <a:spcPts val="0"/>
              </a:spcAft>
              <a:buClr>
                <a:schemeClr val="dk1"/>
              </a:buClr>
              <a:buSzPts val="1800"/>
              <a:buChar char="•"/>
              <a:defRPr/>
            </a:lvl3pPr>
            <a:lvl4pPr marL="1828800" lvl="3" indent="-342900" algn="l">
              <a:lnSpc>
                <a:spcPct val="100000"/>
              </a:lnSpc>
              <a:spcBef>
                <a:spcPts val="360"/>
              </a:spcBef>
              <a:spcAft>
                <a:spcPts val="0"/>
              </a:spcAft>
              <a:buClr>
                <a:schemeClr val="dk1"/>
              </a:buClr>
              <a:buSzPts val="1800"/>
              <a:buChar char="–"/>
              <a:defRPr/>
            </a:lvl4pPr>
            <a:lvl5pPr marL="2286000" lvl="4" indent="-342900" algn="l">
              <a:lnSpc>
                <a:spcPct val="100000"/>
              </a:lnSpc>
              <a:spcBef>
                <a:spcPts val="360"/>
              </a:spcBef>
              <a:spcAft>
                <a:spcPts val="0"/>
              </a:spcAft>
              <a:buClr>
                <a:schemeClr val="dk1"/>
              </a:buClr>
              <a:buSzPts val="1800"/>
              <a:buChar char="»"/>
              <a:defRPr/>
            </a:lvl5pPr>
            <a:lvl6pPr marL="2743200" lvl="5" indent="-342900" algn="l">
              <a:lnSpc>
                <a:spcPct val="100000"/>
              </a:lnSpc>
              <a:spcBef>
                <a:spcPts val="360"/>
              </a:spcBef>
              <a:spcAft>
                <a:spcPts val="0"/>
              </a:spcAft>
              <a:buClr>
                <a:schemeClr val="dk1"/>
              </a:buClr>
              <a:buSzPts val="1800"/>
              <a:buChar char="•"/>
              <a:defRPr/>
            </a:lvl6pPr>
            <a:lvl7pPr marL="3200400" lvl="6" indent="-342900" algn="l">
              <a:lnSpc>
                <a:spcPct val="100000"/>
              </a:lnSpc>
              <a:spcBef>
                <a:spcPts val="360"/>
              </a:spcBef>
              <a:spcAft>
                <a:spcPts val="0"/>
              </a:spcAft>
              <a:buClr>
                <a:schemeClr val="dk1"/>
              </a:buClr>
              <a:buSzPts val="1800"/>
              <a:buChar char="•"/>
              <a:defRPr/>
            </a:lvl7pPr>
            <a:lvl8pPr marL="3657600" lvl="7" indent="-342900" algn="l">
              <a:lnSpc>
                <a:spcPct val="100000"/>
              </a:lnSpc>
              <a:spcBef>
                <a:spcPts val="360"/>
              </a:spcBef>
              <a:spcAft>
                <a:spcPts val="0"/>
              </a:spcAft>
              <a:buClr>
                <a:schemeClr val="dk1"/>
              </a:buClr>
              <a:buSzPts val="1800"/>
              <a:buChar char="•"/>
              <a:defRPr/>
            </a:lvl8pPr>
            <a:lvl9pPr marL="4114800" lvl="8" indent="-342900" algn="l">
              <a:lnSpc>
                <a:spcPct val="100000"/>
              </a:lnSpc>
              <a:spcBef>
                <a:spcPts val="360"/>
              </a:spcBef>
              <a:spcAft>
                <a:spcPts val="0"/>
              </a:spcAft>
              <a:buClr>
                <a:schemeClr val="dk1"/>
              </a:buClr>
              <a:buSzPts val="1800"/>
              <a:buChar char="•"/>
              <a:defRPr/>
            </a:lvl9pPr>
          </a:lstStyle>
          <a:p>
            <a:endParaRPr/>
          </a:p>
        </p:txBody>
      </p:sp>
      <p:sp>
        <p:nvSpPr>
          <p:cNvPr id="101" name="Google Shape;101;p10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2" name="Google Shape;102;p109"/>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a:endParaRPr/>
          </a:p>
        </p:txBody>
      </p:sp>
      <p:sp>
        <p:nvSpPr>
          <p:cNvPr id="103" name="Google Shape;103;p10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1pPr>
            <a:lvl2pPr marL="0" marR="0" lvl="1"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2pPr>
            <a:lvl3pPr marL="0" marR="0" lvl="2"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3pPr>
            <a:lvl4pPr marL="0" marR="0" lvl="3"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4pPr>
            <a:lvl5pPr marL="0" marR="0" lvl="4"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5pPr>
            <a:lvl6pPr marL="0" marR="0" lvl="5"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6pPr>
            <a:lvl7pPr marL="0" marR="0" lvl="6"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7pPr>
            <a:lvl8pPr marL="0" marR="0" lvl="7"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8pPr>
            <a:lvl9pPr marL="0" marR="0" lvl="8" indent="0" algn="r">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image" Target="../media/image4.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1.pn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
        <p:cNvGrpSpPr/>
        <p:nvPr/>
      </p:nvGrpSpPr>
      <p:grpSpPr>
        <a:xfrm>
          <a:off x="0" y="0"/>
          <a:ext cx="0" cy="0"/>
          <a:chOff x="0" y="0"/>
          <a:chExt cx="0" cy="0"/>
        </a:xfrm>
      </p:grpSpPr>
      <p:pic>
        <p:nvPicPr>
          <p:cNvPr id="10" name="Google Shape;10;p96"/>
          <p:cNvPicPr preferRelativeResize="0"/>
          <p:nvPr/>
        </p:nvPicPr>
        <p:blipFill rotWithShape="1">
          <a:blip r:embed="rId15">
            <a:alphaModFix/>
          </a:blip>
          <a:srcRect/>
          <a:stretch/>
        </p:blipFill>
        <p:spPr>
          <a:xfrm>
            <a:off x="-747" y="6487366"/>
            <a:ext cx="9131300" cy="357187"/>
          </a:xfrm>
          <a:prstGeom prst="rect">
            <a:avLst/>
          </a:prstGeom>
          <a:noFill/>
          <a:ln>
            <a:noFill/>
          </a:ln>
        </p:spPr>
      </p:pic>
      <p:sp>
        <p:nvSpPr>
          <p:cNvPr id="11" name="Google Shape;11;p96"/>
          <p:cNvSpPr/>
          <p:nvPr/>
        </p:nvSpPr>
        <p:spPr>
          <a:xfrm>
            <a:off x="0" y="0"/>
            <a:ext cx="9144000" cy="1417638"/>
          </a:xfrm>
          <a:prstGeom prst="rect">
            <a:avLst/>
          </a:prstGeom>
          <a:solidFill>
            <a:srgbClr val="FFE1AD"/>
          </a:solid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sp>
        <p:nvSpPr>
          <p:cNvPr id="12" name="Google Shape;12;p9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lvl1pPr marR="0" lvl="0" algn="ctr" rtl="0">
              <a:lnSpc>
                <a:spcPct val="10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rgbClr val="000000"/>
                </a:solidFill>
                <a:latin typeface="Arial"/>
                <a:ea typeface="Arial"/>
                <a:cs typeface="Arial"/>
                <a:sym typeface="Arial"/>
              </a:defRPr>
            </a:lvl9pPr>
          </a:lstStyle>
          <a:p>
            <a:endParaRPr/>
          </a:p>
        </p:txBody>
      </p:sp>
      <p:pic>
        <p:nvPicPr>
          <p:cNvPr id="13" name="Google Shape;13;p96" descr="header_UTM"/>
          <p:cNvPicPr preferRelativeResize="0"/>
          <p:nvPr/>
        </p:nvPicPr>
        <p:blipFill rotWithShape="1">
          <a:blip r:embed="rId16">
            <a:alphaModFix/>
          </a:blip>
          <a:srcRect/>
          <a:stretch/>
        </p:blipFill>
        <p:spPr>
          <a:xfrm>
            <a:off x="63500" y="106363"/>
            <a:ext cx="1195388" cy="395287"/>
          </a:xfrm>
          <a:prstGeom prst="rect">
            <a:avLst/>
          </a:prstGeom>
          <a:noFill/>
          <a:ln>
            <a:noFill/>
          </a:ln>
        </p:spPr>
      </p:pic>
      <p:pic>
        <p:nvPicPr>
          <p:cNvPr id="14" name="Google Shape;14;p96" descr="header_url"/>
          <p:cNvPicPr preferRelativeResize="0"/>
          <p:nvPr/>
        </p:nvPicPr>
        <p:blipFill rotWithShape="1">
          <a:blip r:embed="rId17">
            <a:alphaModFix/>
          </a:blip>
          <a:srcRect/>
          <a:stretch/>
        </p:blipFill>
        <p:spPr>
          <a:xfrm>
            <a:off x="0" y="1169894"/>
            <a:ext cx="2376488" cy="255588"/>
          </a:xfrm>
          <a:prstGeom prst="rect">
            <a:avLst/>
          </a:prstGeom>
          <a:noFill/>
          <a:ln>
            <a:noFill/>
          </a:ln>
        </p:spPr>
      </p:pic>
      <p:sp>
        <p:nvSpPr>
          <p:cNvPr id="15" name="Google Shape;15;p96"/>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lvl1pPr marL="457200" marR="0" lvl="0" indent="-431800" algn="l" rtl="0">
              <a:lnSpc>
                <a:spcPct val="100000"/>
              </a:lnSpc>
              <a:spcBef>
                <a:spcPts val="640"/>
              </a:spcBef>
              <a:spcAft>
                <a:spcPts val="0"/>
              </a:spcAft>
              <a:buClr>
                <a:schemeClr val="dk1"/>
              </a:buClr>
              <a:buSzPts val="3200"/>
              <a:buFont typeface="Arial"/>
              <a:buChar char="•"/>
              <a:defRPr sz="3200" b="0" i="0" u="none" strike="noStrike" cap="none">
                <a:solidFill>
                  <a:schemeClr val="dk1"/>
                </a:solidFill>
                <a:latin typeface="Calibri"/>
                <a:ea typeface="Calibri"/>
                <a:cs typeface="Calibri"/>
                <a:sym typeface="Calibri"/>
              </a:defRPr>
            </a:lvl1pPr>
            <a:lvl2pPr marL="914400" marR="0" lvl="1" indent="-406400" algn="l" rtl="0">
              <a:lnSpc>
                <a:spcPct val="100000"/>
              </a:lnSpc>
              <a:spcBef>
                <a:spcPts val="56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6" name="Google Shape;16;p9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7" name="Google Shape;17;p96"/>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lvl1pPr marR="0" lvl="0" algn="ctr" rtl="0">
              <a:lnSpc>
                <a:spcPct val="100000"/>
              </a:lnSpc>
              <a:spcBef>
                <a:spcPts val="0"/>
              </a:spcBef>
              <a:spcAft>
                <a:spcPts val="0"/>
              </a:spcAft>
              <a:buClr>
                <a:srgbClr val="000000"/>
              </a:buClr>
              <a:buSzPts val="1400"/>
              <a:buFont typeface="Arial"/>
              <a:buNone/>
              <a:defRPr sz="1100" b="0" i="0" u="none" strike="noStrike" cap="none">
                <a:solidFill>
                  <a:srgbClr val="000000"/>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Calibri"/>
                <a:ea typeface="Calibri"/>
                <a:cs typeface="Calibri"/>
                <a:sym typeface="Calibri"/>
              </a:defRPr>
            </a:lvl9pPr>
          </a:lstStyle>
          <a:p>
            <a:endParaRPr/>
          </a:p>
        </p:txBody>
      </p:sp>
      <p:sp>
        <p:nvSpPr>
          <p:cNvPr id="18" name="Google Shape;18;p9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lvl1pPr marL="0" marR="0" lvl="0" indent="0" algn="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1pPr>
            <a:lvl2pPr marL="0" marR="0" lvl="1" indent="0" algn="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2pPr>
            <a:lvl3pPr marL="0" marR="0" lvl="2" indent="0" algn="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3pPr>
            <a:lvl4pPr marL="0" marR="0" lvl="3" indent="0" algn="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4pPr>
            <a:lvl5pPr marL="0" marR="0" lvl="4" indent="0" algn="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5pPr>
            <a:lvl6pPr marL="0" marR="0" lvl="5" indent="0" algn="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6pPr>
            <a:lvl7pPr marL="0" marR="0" lvl="6" indent="0" algn="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7pPr>
            <a:lvl8pPr marL="0" marR="0" lvl="7" indent="0" algn="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8pPr>
            <a:lvl9pPr marL="0" marR="0" lvl="8" indent="0" algn="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pic>
        <p:nvPicPr>
          <p:cNvPr id="19" name="Google Shape;19;p96" descr="A close up of a logo&#10;&#10;Description automatically generated"/>
          <p:cNvPicPr preferRelativeResize="0"/>
          <p:nvPr/>
        </p:nvPicPr>
        <p:blipFill rotWithShape="1">
          <a:blip r:embed="rId18">
            <a:alphaModFix/>
          </a:blip>
          <a:srcRect/>
          <a:stretch/>
        </p:blipFill>
        <p:spPr>
          <a:xfrm>
            <a:off x="7630160" y="6021985"/>
            <a:ext cx="1392237" cy="433388"/>
          </a:xfrm>
          <a:prstGeom prst="rect">
            <a:avLst/>
          </a:prstGeom>
          <a:noFill/>
          <a:ln>
            <a:noFill/>
          </a:ln>
        </p:spPr>
      </p:pic>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hyperlink" Target="https://www.youtube.com/watch?v=zdoIfEKw3eU" TargetMode="External"/><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dictionary.reference.com/browse/symbolic%20logic" TargetMode="External"/><Relationship Id="rId2" Type="http://schemas.openxmlformats.org/officeDocument/2006/relationships/notesSlide" Target="../notesSlides/notesSlide18.xml"/><Relationship Id="rId1" Type="http://schemas.openxmlformats.org/officeDocument/2006/relationships/slideLayout" Target="../slideLayouts/slideLayout2.xml"/><Relationship Id="rId6" Type="http://schemas.openxmlformats.org/officeDocument/2006/relationships/hyperlink" Target="http://dictionary.reference.com/browse/predicate%20logic" TargetMode="External"/><Relationship Id="rId5" Type="http://schemas.openxmlformats.org/officeDocument/2006/relationships/hyperlink" Target="http://dictionary.reference.com/browse/logical%20connectives" TargetMode="External"/><Relationship Id="rId4" Type="http://schemas.openxmlformats.org/officeDocument/2006/relationships/hyperlink" Target="http://dictionary.reference.com/browse/propositions" TargetMode="Externa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image" Target="../media/image9.png"/><Relationship Id="rId7" Type="http://schemas.openxmlformats.org/officeDocument/2006/relationships/image" Target="../media/image13.png"/><Relationship Id="rId2" Type="http://schemas.openxmlformats.org/officeDocument/2006/relationships/notesSlide" Target="../notesSlides/notesSlide28.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png"/><Relationship Id="rId9" Type="http://schemas.openxmlformats.org/officeDocument/2006/relationships/image" Target="../media/image15.png"/></Relationships>
</file>

<file path=ppt/slides/_rels/slide29.xml.rels><?xml version="1.0" encoding="UTF-8" standalone="yes"?>
<Relationships xmlns="http://schemas.openxmlformats.org/package/2006/relationships"><Relationship Id="rId3" Type="http://schemas.openxmlformats.org/officeDocument/2006/relationships/image" Target="../media/image16.png"/><Relationship Id="rId7" Type="http://schemas.openxmlformats.org/officeDocument/2006/relationships/image" Target="../media/image13.png"/><Relationship Id="rId2" Type="http://schemas.openxmlformats.org/officeDocument/2006/relationships/notesSlide" Target="../notesSlides/notesSlide29.xml"/><Relationship Id="rId1" Type="http://schemas.openxmlformats.org/officeDocument/2006/relationships/slideLayout" Target="../slideLayouts/slideLayout4.xml"/><Relationship Id="rId6" Type="http://schemas.openxmlformats.org/officeDocument/2006/relationships/image" Target="../media/image12.png"/><Relationship Id="rId5" Type="http://schemas.openxmlformats.org/officeDocument/2006/relationships/image" Target="../media/image18.png"/><Relationship Id="rId4" Type="http://schemas.openxmlformats.org/officeDocument/2006/relationships/image" Target="../media/image17.png"/></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32.xml"/><Relationship Id="rId1" Type="http://schemas.openxmlformats.org/officeDocument/2006/relationships/slideLayout" Target="../slideLayouts/slideLayout4.xml"/><Relationship Id="rId5" Type="http://schemas.openxmlformats.org/officeDocument/2006/relationships/image" Target="../media/image18.png"/><Relationship Id="rId4" Type="http://schemas.openxmlformats.org/officeDocument/2006/relationships/image" Target="../media/image21.png"/></Relationships>
</file>

<file path=ppt/slides/_rels/slide33.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3.xml"/><Relationship Id="rId1" Type="http://schemas.openxmlformats.org/officeDocument/2006/relationships/slideLayout" Target="../slideLayouts/slideLayout5.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35.xml"/><Relationship Id="rId1" Type="http://schemas.openxmlformats.org/officeDocument/2006/relationships/slideLayout" Target="../slideLayouts/slideLayout4.xml"/><Relationship Id="rId5" Type="http://schemas.openxmlformats.org/officeDocument/2006/relationships/image" Target="../media/image25.png"/><Relationship Id="rId4" Type="http://schemas.openxmlformats.org/officeDocument/2006/relationships/image" Target="../media/image24.png"/></Relationships>
</file>

<file path=ppt/slides/_rels/slide36.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36.xml"/><Relationship Id="rId1" Type="http://schemas.openxmlformats.org/officeDocument/2006/relationships/slideLayout" Target="../slideLayouts/slideLayout5.xml"/></Relationships>
</file>

<file path=ppt/slides/_rels/slide37.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7.xml"/><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image" Target="../media/image28.png"/></Relationships>
</file>

<file path=ppt/slides/_rels/slide38.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8.xml"/><Relationship Id="rId1" Type="http://schemas.openxmlformats.org/officeDocument/2006/relationships/slideLayout" Target="../slideLayouts/slideLayout5.xml"/></Relationships>
</file>

<file path=ppt/slides/_rels/slide39.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9.xml"/><Relationship Id="rId1" Type="http://schemas.openxmlformats.org/officeDocument/2006/relationships/slideLayout" Target="../slideLayouts/slideLayout4.xml"/><Relationship Id="rId5" Type="http://schemas.openxmlformats.org/officeDocument/2006/relationships/image" Target="../media/image33.png"/><Relationship Id="rId4" Type="http://schemas.openxmlformats.org/officeDocument/2006/relationships/image" Target="../media/image32.png"/></Relationships>
</file>

<file path=ppt/slides/_rels/slide4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40.xml"/><Relationship Id="rId1" Type="http://schemas.openxmlformats.org/officeDocument/2006/relationships/slideLayout" Target="../slideLayouts/slideLayout5.xml"/></Relationships>
</file>

<file path=ppt/slides/_rels/slide41.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41.xml"/><Relationship Id="rId1" Type="http://schemas.openxmlformats.org/officeDocument/2006/relationships/slideLayout" Target="../slideLayouts/slideLayout5.xml"/></Relationships>
</file>

<file path=ppt/slides/_rels/slide42.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42.xml"/><Relationship Id="rId1" Type="http://schemas.openxmlformats.org/officeDocument/2006/relationships/slideLayout" Target="../slideLayouts/slideLayout4.xml"/><Relationship Id="rId6" Type="http://schemas.openxmlformats.org/officeDocument/2006/relationships/image" Target="../media/image30.png"/><Relationship Id="rId5" Type="http://schemas.openxmlformats.org/officeDocument/2006/relationships/image" Target="../media/image36.png"/><Relationship Id="rId4" Type="http://schemas.openxmlformats.org/officeDocument/2006/relationships/image" Target="../media/image32.png"/></Relationships>
</file>

<file path=ppt/slides/_rels/slide43.xml.rels><?xml version="1.0" encoding="UTF-8" standalone="yes"?>
<Relationships xmlns="http://schemas.openxmlformats.org/package/2006/relationships"><Relationship Id="rId3" Type="http://schemas.openxmlformats.org/officeDocument/2006/relationships/image" Target="../media/image37.png"/><Relationship Id="rId2" Type="http://schemas.openxmlformats.org/officeDocument/2006/relationships/notesSlide" Target="../notesSlides/notesSlide43.xml"/><Relationship Id="rId1" Type="http://schemas.openxmlformats.org/officeDocument/2006/relationships/slideLayout" Target="../slideLayouts/slideLayout4.xml"/><Relationship Id="rId5" Type="http://schemas.openxmlformats.org/officeDocument/2006/relationships/image" Target="../media/image39.png"/><Relationship Id="rId4" Type="http://schemas.openxmlformats.org/officeDocument/2006/relationships/image" Target="../media/image38.png"/></Relationships>
</file>

<file path=ppt/slides/_rels/slide44.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45.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notesSlide" Target="../notesSlides/notesSlide46.xml"/><Relationship Id="rId1" Type="http://schemas.openxmlformats.org/officeDocument/2006/relationships/slideLayout" Target="../slideLayouts/slideLayout4.xml"/><Relationship Id="rId4" Type="http://schemas.openxmlformats.org/officeDocument/2006/relationships/image" Target="../media/image41.png"/></Relationships>
</file>

<file path=ppt/slides/_rels/slide47.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notesSlide" Target="../notesSlides/notesSlide47.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49.xml"/><Relationship Id="rId1" Type="http://schemas.openxmlformats.org/officeDocument/2006/relationships/slideLayout" Target="../slideLayouts/slideLayout4.xml"/><Relationship Id="rId5" Type="http://schemas.openxmlformats.org/officeDocument/2006/relationships/image" Target="../media/image45.png"/><Relationship Id="rId4" Type="http://schemas.openxmlformats.org/officeDocument/2006/relationships/image" Target="../media/image44.png"/></Relationships>
</file>

<file path=ppt/slides/_rels/slide50.xml.rels><?xml version="1.0" encoding="UTF-8" standalone="yes"?>
<Relationships xmlns="http://schemas.openxmlformats.org/package/2006/relationships"><Relationship Id="rId2" Type="http://schemas.openxmlformats.org/officeDocument/2006/relationships/notesSlide" Target="../notesSlides/notesSlide50.xml"/><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2" Type="http://schemas.openxmlformats.org/officeDocument/2006/relationships/notesSlide" Target="../notesSlides/notesSlide51.xml"/><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52.xml"/><Relationship Id="rId1" Type="http://schemas.openxmlformats.org/officeDocument/2006/relationships/slideLayout" Target="../slideLayouts/slideLayout4.xml"/><Relationship Id="rId6" Type="http://schemas.openxmlformats.org/officeDocument/2006/relationships/image" Target="../media/image49.png"/><Relationship Id="rId5" Type="http://schemas.openxmlformats.org/officeDocument/2006/relationships/image" Target="../media/image48.png"/><Relationship Id="rId4" Type="http://schemas.openxmlformats.org/officeDocument/2006/relationships/image" Target="../media/image47.png"/></Relationships>
</file>

<file path=ppt/slides/_rels/slide5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3.xml"/><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2" Type="http://schemas.openxmlformats.org/officeDocument/2006/relationships/notesSlide" Target="../notesSlides/notesSlide54.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51.png"/><Relationship Id="rId2" Type="http://schemas.openxmlformats.org/officeDocument/2006/relationships/notesSlide" Target="../notesSlides/notesSlide55.xml"/><Relationship Id="rId1" Type="http://schemas.openxmlformats.org/officeDocument/2006/relationships/slideLayout" Target="../slideLayouts/slideLayout3.xml"/></Relationships>
</file>

<file path=ppt/slides/_rels/slide56.xml.rels><?xml version="1.0" encoding="UTF-8" standalone="yes"?>
<Relationships xmlns="http://schemas.openxmlformats.org/package/2006/relationships"><Relationship Id="rId3" Type="http://schemas.openxmlformats.org/officeDocument/2006/relationships/image" Target="../media/image52.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57.xml.rels><?xml version="1.0" encoding="UTF-8" standalone="yes"?>
<Relationships xmlns="http://schemas.openxmlformats.org/package/2006/relationships"><Relationship Id="rId2" Type="http://schemas.openxmlformats.org/officeDocument/2006/relationships/notesSlide" Target="../notesSlides/notesSlide57.xml"/><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3" Type="http://schemas.openxmlformats.org/officeDocument/2006/relationships/image" Target="../media/image53.png"/><Relationship Id="rId2" Type="http://schemas.openxmlformats.org/officeDocument/2006/relationships/notesSlide" Target="../notesSlides/notesSlide58.xml"/><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3" Type="http://schemas.openxmlformats.org/officeDocument/2006/relationships/image" Target="../media/image54.png"/><Relationship Id="rId2" Type="http://schemas.openxmlformats.org/officeDocument/2006/relationships/notesSlide" Target="../notesSlides/notesSlide59.xml"/><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3" Type="http://schemas.openxmlformats.org/officeDocument/2006/relationships/image" Target="../media/image55.png"/><Relationship Id="rId2" Type="http://schemas.openxmlformats.org/officeDocument/2006/relationships/notesSlide" Target="../notesSlides/notesSlide60.xml"/><Relationship Id="rId1" Type="http://schemas.openxmlformats.org/officeDocument/2006/relationships/slideLayout" Target="../slideLayouts/slideLayout5.xml"/></Relationships>
</file>

<file path=ppt/slides/_rels/slide61.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61.xml"/><Relationship Id="rId1" Type="http://schemas.openxmlformats.org/officeDocument/2006/relationships/slideLayout" Target="../slideLayouts/slideLayout5.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62.xml"/><Relationship Id="rId1" Type="http://schemas.openxmlformats.org/officeDocument/2006/relationships/slideLayout" Target="../slideLayouts/slideLayout3.xml"/></Relationships>
</file>

<file path=ppt/slides/_rels/slide63.xml.rels><?xml version="1.0" encoding="UTF-8" standalone="yes"?>
<Relationships xmlns="http://schemas.openxmlformats.org/package/2006/relationships"><Relationship Id="rId3" Type="http://schemas.openxmlformats.org/officeDocument/2006/relationships/image" Target="../media/image57.png"/><Relationship Id="rId2" Type="http://schemas.openxmlformats.org/officeDocument/2006/relationships/notesSlide" Target="../notesSlides/notesSlide63.xml"/><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64.xml"/><Relationship Id="rId1" Type="http://schemas.openxmlformats.org/officeDocument/2006/relationships/slideLayout" Target="../slideLayouts/slideLayout5.xml"/></Relationships>
</file>

<file path=ppt/slides/_rels/slide65.xml.rels><?xml version="1.0" encoding="UTF-8" standalone="yes"?>
<Relationships xmlns="http://schemas.openxmlformats.org/package/2006/relationships"><Relationship Id="rId3" Type="http://schemas.openxmlformats.org/officeDocument/2006/relationships/image" Target="../media/image59.png"/><Relationship Id="rId2" Type="http://schemas.openxmlformats.org/officeDocument/2006/relationships/notesSlide" Target="../notesSlides/notesSlide65.xml"/><Relationship Id="rId1" Type="http://schemas.openxmlformats.org/officeDocument/2006/relationships/slideLayout" Target="../slideLayouts/slideLayout5.xml"/></Relationships>
</file>

<file path=ppt/slides/_rels/slide66.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66.xml"/><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3" Type="http://schemas.openxmlformats.org/officeDocument/2006/relationships/image" Target="../media/image61.png"/><Relationship Id="rId2" Type="http://schemas.openxmlformats.org/officeDocument/2006/relationships/notesSlide" Target="../notesSlides/notesSlide67.xml"/><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3" Type="http://schemas.openxmlformats.org/officeDocument/2006/relationships/image" Target="../media/image62.png"/><Relationship Id="rId2" Type="http://schemas.openxmlformats.org/officeDocument/2006/relationships/notesSlide" Target="../notesSlides/notesSlide68.xml"/><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69.xml"/><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70.xml"/><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71.xml"/><Relationship Id="rId1" Type="http://schemas.openxmlformats.org/officeDocument/2006/relationships/slideLayout" Target="../slideLayouts/slideLayout5.xml"/></Relationships>
</file>

<file path=ppt/slides/_rels/slide72.xml.rels><?xml version="1.0" encoding="UTF-8" standalone="yes"?>
<Relationships xmlns="http://schemas.openxmlformats.org/package/2006/relationships"><Relationship Id="rId2" Type="http://schemas.openxmlformats.org/officeDocument/2006/relationships/notesSlide" Target="../notesSlides/notesSlide72.xml"/><Relationship Id="rId1" Type="http://schemas.openxmlformats.org/officeDocument/2006/relationships/slideLayout" Target="../slideLayouts/slideLayout5.xml"/></Relationships>
</file>

<file path=ppt/slides/_rels/slide73.xml.rels><?xml version="1.0" encoding="UTF-8" standalone="yes"?>
<Relationships xmlns="http://schemas.openxmlformats.org/package/2006/relationships"><Relationship Id="rId3" Type="http://schemas.openxmlformats.org/officeDocument/2006/relationships/image" Target="../media/image66.png"/><Relationship Id="rId2" Type="http://schemas.openxmlformats.org/officeDocument/2006/relationships/notesSlide" Target="../notesSlides/notesSlide73.xml"/><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notesSlide" Target="../notesSlides/notesSlide74.xml"/><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notesSlide" Target="../notesSlides/notesSlide75.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2" Type="http://schemas.openxmlformats.org/officeDocument/2006/relationships/image" Target="../media/image69.png"/><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76.xml"/><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3" Type="http://schemas.openxmlformats.org/officeDocument/2006/relationships/image" Target="../media/image71.png"/><Relationship Id="rId2" Type="http://schemas.openxmlformats.org/officeDocument/2006/relationships/notesSlide" Target="../notesSlides/notesSlide77.xml"/><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3" Type="http://schemas.openxmlformats.org/officeDocument/2006/relationships/image" Target="../media/image72.png"/><Relationship Id="rId2" Type="http://schemas.openxmlformats.org/officeDocument/2006/relationships/notesSlide" Target="../notesSlides/notesSlide78.xml"/><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3" Type="http://schemas.openxmlformats.org/officeDocument/2006/relationships/image" Target="../media/image73.png"/><Relationship Id="rId2" Type="http://schemas.openxmlformats.org/officeDocument/2006/relationships/notesSlide" Target="../notesSlides/notesSlide79.xml"/><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3" Type="http://schemas.openxmlformats.org/officeDocument/2006/relationships/image" Target="../media/image74.png"/><Relationship Id="rId2" Type="http://schemas.openxmlformats.org/officeDocument/2006/relationships/notesSlide" Target="../notesSlides/notesSlide80.xml"/><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75.png"/><Relationship Id="rId2" Type="http://schemas.openxmlformats.org/officeDocument/2006/relationships/notesSlide" Target="../notesSlides/notesSlide81.xml"/><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3" Type="http://schemas.openxmlformats.org/officeDocument/2006/relationships/image" Target="../media/image76.png"/><Relationship Id="rId2" Type="http://schemas.openxmlformats.org/officeDocument/2006/relationships/notesSlide" Target="../notesSlides/notesSlide82.xml"/><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3" Type="http://schemas.openxmlformats.org/officeDocument/2006/relationships/image" Target="../media/image77.png"/><Relationship Id="rId2" Type="http://schemas.openxmlformats.org/officeDocument/2006/relationships/notesSlide" Target="../notesSlides/notesSlide83.xml"/><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3" Type="http://schemas.openxmlformats.org/officeDocument/2006/relationships/image" Target="../media/image78.png"/><Relationship Id="rId2" Type="http://schemas.openxmlformats.org/officeDocument/2006/relationships/notesSlide" Target="../notesSlides/notesSlide84.xml"/><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3" Type="http://schemas.openxmlformats.org/officeDocument/2006/relationships/image" Target="../media/image80.png"/><Relationship Id="rId2" Type="http://schemas.openxmlformats.org/officeDocument/2006/relationships/image" Target="../media/image79.png"/><Relationship Id="rId1" Type="http://schemas.openxmlformats.org/officeDocument/2006/relationships/slideLayout" Target="../slideLayouts/slideLayout2.xml"/><Relationship Id="rId4" Type="http://schemas.openxmlformats.org/officeDocument/2006/relationships/image" Target="../media/image81.png"/></Relationships>
</file>

<file path=ppt/slides/_rels/slide87.xml.rels><?xml version="1.0" encoding="UTF-8" standalone="yes"?>
<Relationships xmlns="http://schemas.openxmlformats.org/package/2006/relationships"><Relationship Id="rId3" Type="http://schemas.openxmlformats.org/officeDocument/2006/relationships/image" Target="../media/image83.png"/><Relationship Id="rId2" Type="http://schemas.openxmlformats.org/officeDocument/2006/relationships/image" Target="../media/image82.png"/><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3" Type="http://schemas.openxmlformats.org/officeDocument/2006/relationships/image" Target="../media/image85.png"/><Relationship Id="rId2" Type="http://schemas.openxmlformats.org/officeDocument/2006/relationships/image" Target="../media/image84.png"/><Relationship Id="rId1" Type="http://schemas.openxmlformats.org/officeDocument/2006/relationships/slideLayout" Target="../slideLayouts/slideLayout2.xml"/><Relationship Id="rId4" Type="http://schemas.openxmlformats.org/officeDocument/2006/relationships/image" Target="../media/image86.png"/></Relationships>
</file>

<file path=ppt/slides/_rels/slide89.xml.rels><?xml version="1.0" encoding="UTF-8" standalone="yes"?>
<Relationships xmlns="http://schemas.openxmlformats.org/package/2006/relationships"><Relationship Id="rId3" Type="http://schemas.openxmlformats.org/officeDocument/2006/relationships/image" Target="../media/image87.png"/><Relationship Id="rId2" Type="http://schemas.openxmlformats.org/officeDocument/2006/relationships/notesSlide" Target="../notesSlides/notesSlide85.xml"/><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3" Type="http://schemas.openxmlformats.org/officeDocument/2006/relationships/image" Target="../media/image88.png"/><Relationship Id="rId2" Type="http://schemas.openxmlformats.org/officeDocument/2006/relationships/notesSlide" Target="../notesSlides/notesSlide86.xml"/><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hyperlink" Target="https://cs.stackexchange.com/questions/68168/in-refutation-resolution-can-we-use-a-clause-that-have-been-resolved" TargetMode="External"/><Relationship Id="rId2" Type="http://schemas.openxmlformats.org/officeDocument/2006/relationships/notesSlide" Target="../notesSlides/notesSlide87.xml"/><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2" Type="http://schemas.openxmlformats.org/officeDocument/2006/relationships/notesSlide" Target="../notesSlides/notesSlide88.xml"/><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2" Type="http://schemas.openxmlformats.org/officeDocument/2006/relationships/notesSlide" Target="../notesSlides/notesSlide89.xml"/><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3" Type="http://schemas.openxmlformats.org/officeDocument/2006/relationships/hyperlink" Target="https://en.wikipedia.org/wiki/Davis%E2%80%93Putnam_algorithm" TargetMode="External"/><Relationship Id="rId2" Type="http://schemas.openxmlformats.org/officeDocument/2006/relationships/notesSlide" Target="../notesSlides/notesSlide90.xml"/><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2" Type="http://schemas.openxmlformats.org/officeDocument/2006/relationships/notesSlide" Target="../notesSlides/notesSlide91.xml"/><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2" Type="http://schemas.openxmlformats.org/officeDocument/2006/relationships/notesSlide" Target="../notesSlides/notesSlide92.xml"/><Relationship Id="rId1" Type="http://schemas.openxmlformats.org/officeDocument/2006/relationships/slideLayout" Target="../slideLayouts/slideLayout3.xml"/></Relationships>
</file>

<file path=ppt/slides/_rels/slide97.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notesSlide" Target="../notesSlides/notesSlide93.xml"/><Relationship Id="rId1" Type="http://schemas.openxmlformats.org/officeDocument/2006/relationships/slideLayout" Target="../slideLayouts/slideLayout3.xml"/></Relationships>
</file>

<file path=ppt/slides/_rels/slide98.xml.rels><?xml version="1.0" encoding="UTF-8" standalone="yes"?>
<Relationships xmlns="http://schemas.openxmlformats.org/package/2006/relationships"><Relationship Id="rId3" Type="http://schemas.openxmlformats.org/officeDocument/2006/relationships/image" Target="../media/image90.png"/><Relationship Id="rId2" Type="http://schemas.openxmlformats.org/officeDocument/2006/relationships/notesSlide" Target="../notesSlides/notesSlide94.xml"/><Relationship Id="rId1" Type="http://schemas.openxmlformats.org/officeDocument/2006/relationships/slideLayout" Target="../slideLayouts/slideLayout3.xml"/><Relationship Id="rId6" Type="http://schemas.openxmlformats.org/officeDocument/2006/relationships/image" Target="../media/image93.png"/><Relationship Id="rId5" Type="http://schemas.openxmlformats.org/officeDocument/2006/relationships/image" Target="../media/image92.png"/><Relationship Id="rId4" Type="http://schemas.openxmlformats.org/officeDocument/2006/relationships/image" Target="../media/image91.png"/></Relationships>
</file>

<file path=ppt/slides/_rels/slide99.xml.rels><?xml version="1.0" encoding="UTF-8" standalone="yes"?>
<Relationships xmlns="http://schemas.openxmlformats.org/package/2006/relationships"><Relationship Id="rId2" Type="http://schemas.openxmlformats.org/officeDocument/2006/relationships/notesSlide" Target="../notesSlides/notesSlide95.xml"/><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2" Type="http://schemas.openxmlformats.org/officeDocument/2006/relationships/notesSlide" Target="../notesSlides/notesSlide96.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107"/>
        <p:cNvGrpSpPr/>
        <p:nvPr/>
      </p:nvGrpSpPr>
      <p:grpSpPr>
        <a:xfrm>
          <a:off x="0" y="0"/>
          <a:ext cx="0" cy="0"/>
          <a:chOff x="0" y="0"/>
          <a:chExt cx="0" cy="0"/>
        </a:xfrm>
      </p:grpSpPr>
      <p:sp>
        <p:nvSpPr>
          <p:cNvPr id="108" name="Google Shape;108;p1"/>
          <p:cNvSpPr txBox="1">
            <a:spLocks noGrp="1"/>
          </p:cNvSpPr>
          <p:nvPr>
            <p:ph type="ctrTitle"/>
          </p:nvPr>
        </p:nvSpPr>
        <p:spPr>
          <a:xfrm>
            <a:off x="0" y="2130425"/>
            <a:ext cx="9220200" cy="93662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sz="5400"/>
              <a:t>Knowledge Representation</a:t>
            </a:r>
            <a:br>
              <a:rPr lang="en-US" sz="5400">
                <a:solidFill>
                  <a:srgbClr val="FF0000"/>
                </a:solidFill>
              </a:rPr>
            </a:br>
            <a:endParaRPr sz="5400" b="1">
              <a:latin typeface="Roboto"/>
              <a:ea typeface="Roboto"/>
              <a:cs typeface="Roboto"/>
              <a:sym typeface="Roboto"/>
            </a:endParaRPr>
          </a:p>
        </p:txBody>
      </p:sp>
      <p:sp>
        <p:nvSpPr>
          <p:cNvPr id="109" name="Google Shape;109;p1"/>
          <p:cNvSpPr txBox="1">
            <a:spLocks noGrp="1"/>
          </p:cNvSpPr>
          <p:nvPr>
            <p:ph type="subTitle" idx="1"/>
          </p:nvPr>
        </p:nvSpPr>
        <p:spPr>
          <a:xfrm>
            <a:off x="0" y="3886200"/>
            <a:ext cx="9144000" cy="1752600"/>
          </a:xfrm>
          <a:prstGeom prst="rect">
            <a:avLst/>
          </a:prstGeom>
          <a:solidFill>
            <a:srgbClr val="FFE1AD"/>
          </a:solidFill>
          <a:ln>
            <a:noFill/>
          </a:ln>
        </p:spPr>
        <p:txBody>
          <a:bodyPr spcFirstLastPara="1" wrap="square" lIns="91425" tIns="45700" rIns="91425" bIns="45700" anchor="t" anchorCtr="0">
            <a:normAutofit/>
          </a:bodyPr>
          <a:lstStyle/>
          <a:p>
            <a:pPr marL="0" lvl="0" indent="0" algn="ctr" rtl="0">
              <a:lnSpc>
                <a:spcPct val="100000"/>
              </a:lnSpc>
              <a:spcBef>
                <a:spcPts val="0"/>
              </a:spcBef>
              <a:spcAft>
                <a:spcPts val="0"/>
              </a:spcAft>
              <a:buClr>
                <a:srgbClr val="0070C0"/>
              </a:buClr>
              <a:buSzPts val="4000"/>
              <a:buNone/>
            </a:pPr>
            <a:r>
              <a:rPr lang="en-US" sz="4000" b="1">
                <a:solidFill>
                  <a:srgbClr val="0070C0"/>
                </a:solidFill>
              </a:rPr>
              <a:t>Artificial Intelligence</a:t>
            </a:r>
            <a:endParaRPr/>
          </a:p>
          <a:p>
            <a:pPr marL="0" lvl="0" indent="0" algn="ctr" rtl="0">
              <a:lnSpc>
                <a:spcPct val="100000"/>
              </a:lnSpc>
              <a:spcBef>
                <a:spcPts val="220"/>
              </a:spcBef>
              <a:spcAft>
                <a:spcPts val="0"/>
              </a:spcAft>
              <a:buClr>
                <a:srgbClr val="888888"/>
              </a:buClr>
              <a:buSzPts val="1100"/>
              <a:buNone/>
            </a:pPr>
            <a:endParaRPr sz="1100" b="1">
              <a:solidFill>
                <a:srgbClr val="0070C0"/>
              </a:solidFill>
            </a:endParaRPr>
          </a:p>
          <a:p>
            <a:pPr marL="0" lvl="0" indent="0" algn="ctr" rtl="0">
              <a:lnSpc>
                <a:spcPct val="100000"/>
              </a:lnSpc>
              <a:spcBef>
                <a:spcPts val="0"/>
              </a:spcBef>
              <a:spcAft>
                <a:spcPts val="0"/>
              </a:spcAft>
              <a:buClr>
                <a:srgbClr val="888888"/>
              </a:buClr>
              <a:buSzPts val="2800"/>
              <a:buNone/>
            </a:pPr>
            <a:r>
              <a:rPr lang="en-US" sz="2800" i="1"/>
              <a:t>Faculty of Computing</a:t>
            </a:r>
            <a:endParaRPr/>
          </a:p>
          <a:p>
            <a:pPr marL="0" lvl="0" indent="0" algn="ctr" rtl="0">
              <a:lnSpc>
                <a:spcPct val="100000"/>
              </a:lnSpc>
              <a:spcBef>
                <a:spcPts val="0"/>
              </a:spcBef>
              <a:spcAft>
                <a:spcPts val="0"/>
              </a:spcAft>
              <a:buClr>
                <a:srgbClr val="888888"/>
              </a:buClr>
              <a:buSzPts val="2800"/>
              <a:buNone/>
            </a:pPr>
            <a:r>
              <a:rPr lang="en-US" sz="2800" i="1"/>
              <a:t>Universiti Teknologi Malaysia</a:t>
            </a:r>
            <a:endParaRPr/>
          </a:p>
        </p:txBody>
      </p:sp>
      <p:pic>
        <p:nvPicPr>
          <p:cNvPr id="110" name="Google Shape;110;p1" descr="Image result for artificial intelligence icon"/>
          <p:cNvPicPr preferRelativeResize="0"/>
          <p:nvPr/>
        </p:nvPicPr>
        <p:blipFill rotWithShape="1">
          <a:blip r:embed="rId3">
            <a:alphaModFix/>
          </a:blip>
          <a:srcRect l="14092" r="15443" b="29337"/>
          <a:stretch/>
        </p:blipFill>
        <p:spPr>
          <a:xfrm>
            <a:off x="1" y="3429000"/>
            <a:ext cx="2071412" cy="2566251"/>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115"/>
        <p:cNvGrpSpPr/>
        <p:nvPr/>
      </p:nvGrpSpPr>
      <p:grpSpPr>
        <a:xfrm>
          <a:off x="0" y="0"/>
          <a:ext cx="0" cy="0"/>
          <a:chOff x="0" y="0"/>
          <a:chExt cx="0" cy="0"/>
        </a:xfrm>
      </p:grpSpPr>
      <p:sp>
        <p:nvSpPr>
          <p:cNvPr id="116" name="Google Shape;116;p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5400"/>
              <a:buFont typeface="Roboto"/>
              <a:buNone/>
            </a:pPr>
            <a:r>
              <a:rPr lang="en-US" sz="5400" b="1">
                <a:latin typeface="Roboto"/>
                <a:ea typeface="Roboto"/>
                <a:cs typeface="Roboto"/>
                <a:sym typeface="Roboto"/>
              </a:rPr>
              <a:t>Outline</a:t>
            </a:r>
            <a:endParaRPr/>
          </a:p>
        </p:txBody>
      </p:sp>
      <p:sp>
        <p:nvSpPr>
          <p:cNvPr id="117" name="Google Shape;117;p2"/>
          <p:cNvSpPr txBox="1">
            <a:spLocks noGrp="1"/>
          </p:cNvSpPr>
          <p:nvPr>
            <p:ph type="body" idx="1"/>
          </p:nvPr>
        </p:nvSpPr>
        <p:spPr>
          <a:xfrm>
            <a:off x="457200" y="1600200"/>
            <a:ext cx="8001000" cy="4525963"/>
          </a:xfrm>
          <a:prstGeom prst="rect">
            <a:avLst/>
          </a:prstGeom>
          <a:noFill/>
          <a:ln>
            <a:noFill/>
          </a:ln>
        </p:spPr>
        <p:txBody>
          <a:bodyPr spcFirstLastPara="1" wrap="square" lIns="91425" tIns="45700" rIns="91425" bIns="45700" anchor="t" anchorCtr="0">
            <a:normAutofit/>
          </a:bodyPr>
          <a:lstStyle/>
          <a:p>
            <a:pPr marL="1143000" lvl="2" indent="-76200" algn="l" rtl="0">
              <a:lnSpc>
                <a:spcPct val="90000"/>
              </a:lnSpc>
              <a:spcBef>
                <a:spcPts val="0"/>
              </a:spcBef>
              <a:spcAft>
                <a:spcPts val="0"/>
              </a:spcAft>
              <a:buClr>
                <a:schemeClr val="dk1"/>
              </a:buClr>
              <a:buSzPts val="2400"/>
              <a:buNone/>
            </a:pPr>
            <a:endParaRPr/>
          </a:p>
          <a:p>
            <a:pPr marL="0" lvl="0" indent="0" algn="l" rtl="0">
              <a:lnSpc>
                <a:spcPct val="80000"/>
              </a:lnSpc>
              <a:spcBef>
                <a:spcPts val="640"/>
              </a:spcBef>
              <a:spcAft>
                <a:spcPts val="0"/>
              </a:spcAft>
              <a:buClr>
                <a:schemeClr val="dk1"/>
              </a:buClr>
              <a:buSzPts val="2880"/>
              <a:buNone/>
            </a:pPr>
            <a:r>
              <a:rPr lang="en-US"/>
              <a:t>We will learn these topics:</a:t>
            </a:r>
            <a:endParaRPr/>
          </a:p>
          <a:p>
            <a:pPr marL="0" lvl="0" indent="0" algn="l" rtl="0">
              <a:lnSpc>
                <a:spcPct val="80000"/>
              </a:lnSpc>
              <a:spcBef>
                <a:spcPts val="640"/>
              </a:spcBef>
              <a:spcAft>
                <a:spcPts val="0"/>
              </a:spcAft>
              <a:buClr>
                <a:schemeClr val="dk1"/>
              </a:buClr>
              <a:buSzPts val="2880"/>
              <a:buNone/>
            </a:pPr>
            <a:endParaRPr/>
          </a:p>
          <a:p>
            <a:pPr marL="514350" lvl="0" indent="-514350" algn="l" rtl="0">
              <a:lnSpc>
                <a:spcPct val="80000"/>
              </a:lnSpc>
              <a:spcBef>
                <a:spcPts val="640"/>
              </a:spcBef>
              <a:spcAft>
                <a:spcPts val="0"/>
              </a:spcAft>
              <a:buClr>
                <a:schemeClr val="dk1"/>
              </a:buClr>
              <a:buSzPts val="2880"/>
              <a:buAutoNum type="arabicPeriod"/>
            </a:pPr>
            <a:r>
              <a:rPr lang="en-US"/>
              <a:t>AI-based knowledge representation</a:t>
            </a:r>
            <a:endParaRPr/>
          </a:p>
          <a:p>
            <a:pPr marL="514350" lvl="0" indent="-514350" algn="l" rtl="0">
              <a:lnSpc>
                <a:spcPct val="80000"/>
              </a:lnSpc>
              <a:spcBef>
                <a:spcPts val="640"/>
              </a:spcBef>
              <a:spcAft>
                <a:spcPts val="0"/>
              </a:spcAft>
              <a:buClr>
                <a:schemeClr val="dk1"/>
              </a:buClr>
              <a:buSzPts val="2880"/>
              <a:buAutoNum type="arabicPeriod"/>
            </a:pPr>
            <a:r>
              <a:rPr lang="en-US"/>
              <a:t>Propositional Logic</a:t>
            </a:r>
            <a:endParaRPr/>
          </a:p>
          <a:p>
            <a:pPr marL="514350" lvl="0" indent="-514350" algn="l" rtl="0">
              <a:lnSpc>
                <a:spcPct val="80000"/>
              </a:lnSpc>
              <a:spcBef>
                <a:spcPts val="640"/>
              </a:spcBef>
              <a:spcAft>
                <a:spcPts val="0"/>
              </a:spcAft>
              <a:buClr>
                <a:schemeClr val="dk1"/>
              </a:buClr>
              <a:buSzPts val="2880"/>
              <a:buAutoNum type="arabicPeriod"/>
            </a:pPr>
            <a:r>
              <a:rPr lang="en-US"/>
              <a:t>Predicate Logic</a:t>
            </a:r>
            <a:endParaRPr/>
          </a:p>
          <a:p>
            <a:pPr marL="0" lvl="0" indent="0" algn="l" rtl="0">
              <a:lnSpc>
                <a:spcPct val="80000"/>
              </a:lnSpc>
              <a:spcBef>
                <a:spcPts val="640"/>
              </a:spcBef>
              <a:spcAft>
                <a:spcPts val="0"/>
              </a:spcAft>
              <a:buClr>
                <a:schemeClr val="dk1"/>
              </a:buClr>
              <a:buSzPts val="2880"/>
              <a:buNone/>
            </a:pPr>
            <a:endParaRPr/>
          </a:p>
          <a:p>
            <a:pPr marL="0" lvl="0" indent="0" algn="l" rtl="0">
              <a:lnSpc>
                <a:spcPct val="100000"/>
              </a:lnSpc>
              <a:spcBef>
                <a:spcPts val="640"/>
              </a:spcBef>
              <a:spcAft>
                <a:spcPts val="0"/>
              </a:spcAft>
              <a:buClr>
                <a:schemeClr val="dk1"/>
              </a:buClr>
              <a:buSzPts val="3200"/>
              <a:buNone/>
            </a:pPr>
            <a:endParaRPr/>
          </a:p>
          <a:p>
            <a:pPr marL="342900" lvl="0" indent="-139700" algn="l" rtl="0">
              <a:lnSpc>
                <a:spcPct val="100000"/>
              </a:lnSpc>
              <a:spcBef>
                <a:spcPts val="640"/>
              </a:spcBef>
              <a:spcAft>
                <a:spcPts val="0"/>
              </a:spcAft>
              <a:buClr>
                <a:schemeClr val="dk1"/>
              </a:buClr>
              <a:buSzPts val="3200"/>
              <a:buNone/>
            </a:pPr>
            <a:endParaRPr/>
          </a:p>
        </p:txBody>
      </p:sp>
      <p:sp>
        <p:nvSpPr>
          <p:cNvPr id="118" name="Google Shape;118;p2"/>
          <p:cNvSpPr txBox="1">
            <a:spLocks noGrp="1"/>
          </p:cNvSpPr>
          <p:nvPr>
            <p:ph type="dt" idx="10"/>
          </p:nvPr>
        </p:nvSpPr>
        <p:spPr>
          <a:xfrm>
            <a:off x="228600" y="6437873"/>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2019</a:t>
            </a:r>
            <a:endParaRPr/>
          </a:p>
        </p:txBody>
      </p:sp>
      <p:sp>
        <p:nvSpPr>
          <p:cNvPr id="119" name="Google Shape;119;p2"/>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MECQ1203: Artificial Intelligence</a:t>
            </a:r>
            <a:endParaRPr/>
          </a:p>
        </p:txBody>
      </p:sp>
      <p:sp>
        <p:nvSpPr>
          <p:cNvPr id="120" name="Google Shape;120;p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100"/>
              <a:buNone/>
            </a:pPr>
            <a:fld id="{00000000-1234-1234-1234-123412341234}" type="slidenum">
              <a:rPr lang="en-US"/>
              <a:t>2</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24"/>
        <p:cNvGrpSpPr/>
        <p:nvPr/>
      </p:nvGrpSpPr>
      <p:grpSpPr>
        <a:xfrm>
          <a:off x="0" y="0"/>
          <a:ext cx="0" cy="0"/>
          <a:chOff x="0" y="0"/>
          <a:chExt cx="0" cy="0"/>
        </a:xfrm>
      </p:grpSpPr>
      <p:sp>
        <p:nvSpPr>
          <p:cNvPr id="125" name="Google Shape;125;p3"/>
          <p:cNvSpPr txBox="1">
            <a:spLocks noGrp="1"/>
          </p:cNvSpPr>
          <p:nvPr>
            <p:ph type="ctrTitle"/>
          </p:nvPr>
        </p:nvSpPr>
        <p:spPr>
          <a:xfrm>
            <a:off x="2438400" y="3657600"/>
            <a:ext cx="6400800" cy="93662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sz="5400"/>
              <a:t>2.1 AI-based knowledge representation</a:t>
            </a:r>
            <a:br>
              <a:rPr lang="en-US" sz="5400">
                <a:solidFill>
                  <a:srgbClr val="FF0000"/>
                </a:solidFill>
              </a:rPr>
            </a:br>
            <a:endParaRPr sz="5400" b="1">
              <a:latin typeface="Roboto"/>
              <a:ea typeface="Roboto"/>
              <a:cs typeface="Roboto"/>
              <a:sym typeface="Roboto"/>
            </a:endParaRPr>
          </a:p>
        </p:txBody>
      </p:sp>
      <p:pic>
        <p:nvPicPr>
          <p:cNvPr id="126" name="Google Shape;126;p3" descr="Image result for artificial intelligence icon"/>
          <p:cNvPicPr preferRelativeResize="0"/>
          <p:nvPr/>
        </p:nvPicPr>
        <p:blipFill rotWithShape="1">
          <a:blip r:embed="rId3">
            <a:alphaModFix/>
          </a:blip>
          <a:srcRect l="14092" r="15443" b="29337"/>
          <a:stretch/>
        </p:blipFill>
        <p:spPr>
          <a:xfrm>
            <a:off x="457200" y="2590800"/>
            <a:ext cx="2071412" cy="2566251"/>
          </a:xfrm>
          <a:prstGeom prst="rect">
            <a:avLst/>
          </a:prstGeom>
          <a:noFill/>
          <a:ln>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30"/>
        <p:cNvGrpSpPr/>
        <p:nvPr/>
      </p:nvGrpSpPr>
      <p:grpSpPr>
        <a:xfrm>
          <a:off x="0" y="0"/>
          <a:ext cx="0" cy="0"/>
          <a:chOff x="0" y="0"/>
          <a:chExt cx="0" cy="0"/>
        </a:xfrm>
      </p:grpSpPr>
      <p:sp>
        <p:nvSpPr>
          <p:cNvPr id="131" name="Google Shape;131;p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Representation </a:t>
            </a:r>
            <a:endParaRPr/>
          </a:p>
        </p:txBody>
      </p:sp>
      <p:sp>
        <p:nvSpPr>
          <p:cNvPr id="132" name="Google Shape;132;p4"/>
          <p:cNvSpPr txBox="1">
            <a:spLocks noGrp="1"/>
          </p:cNvSpPr>
          <p:nvPr>
            <p:ph type="body" idx="1"/>
          </p:nvPr>
        </p:nvSpPr>
        <p:spPr>
          <a:xfrm>
            <a:off x="533400" y="1905000"/>
            <a:ext cx="8229600" cy="3886200"/>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100000"/>
              </a:lnSpc>
              <a:spcBef>
                <a:spcPts val="0"/>
              </a:spcBef>
              <a:spcAft>
                <a:spcPts val="0"/>
              </a:spcAft>
              <a:buClr>
                <a:schemeClr val="dk1"/>
              </a:buClr>
              <a:buSzPts val="3200"/>
              <a:buChar char="•"/>
            </a:pPr>
            <a:r>
              <a:rPr lang="en-US"/>
              <a:t>AI agents deal with knowledge (data)</a:t>
            </a:r>
            <a:endParaRPr/>
          </a:p>
          <a:p>
            <a:pPr marL="742950" lvl="1" indent="-285750" algn="l" rtl="0">
              <a:lnSpc>
                <a:spcPct val="100000"/>
              </a:lnSpc>
              <a:spcBef>
                <a:spcPts val="560"/>
              </a:spcBef>
              <a:spcAft>
                <a:spcPts val="0"/>
              </a:spcAft>
              <a:buClr>
                <a:schemeClr val="dk1"/>
              </a:buClr>
              <a:buSzPts val="2800"/>
              <a:buChar char="–"/>
            </a:pPr>
            <a:r>
              <a:rPr lang="en-US"/>
              <a:t>Facts (believe &amp; observe knowledge)</a:t>
            </a:r>
            <a:endParaRPr/>
          </a:p>
          <a:p>
            <a:pPr marL="742950" lvl="1" indent="-285750" algn="l" rtl="0">
              <a:lnSpc>
                <a:spcPct val="100000"/>
              </a:lnSpc>
              <a:spcBef>
                <a:spcPts val="560"/>
              </a:spcBef>
              <a:spcAft>
                <a:spcPts val="0"/>
              </a:spcAft>
              <a:buClr>
                <a:schemeClr val="dk1"/>
              </a:buClr>
              <a:buSzPts val="2800"/>
              <a:buChar char="–"/>
            </a:pPr>
            <a:r>
              <a:rPr lang="en-US"/>
              <a:t>Procedures (how to knowledge)	</a:t>
            </a:r>
            <a:endParaRPr/>
          </a:p>
          <a:p>
            <a:pPr marL="742950" lvl="1" indent="-285750" algn="l" rtl="0">
              <a:lnSpc>
                <a:spcPct val="100000"/>
              </a:lnSpc>
              <a:spcBef>
                <a:spcPts val="560"/>
              </a:spcBef>
              <a:spcAft>
                <a:spcPts val="0"/>
              </a:spcAft>
              <a:buClr>
                <a:schemeClr val="dk1"/>
              </a:buClr>
              <a:buSzPts val="2800"/>
              <a:buChar char="–"/>
            </a:pPr>
            <a:r>
              <a:rPr lang="en-US"/>
              <a:t>Meaning (relate &amp; define knowledge)</a:t>
            </a:r>
            <a:endParaRPr/>
          </a:p>
          <a:p>
            <a:pPr marL="342900" lvl="0" indent="-342900" algn="l" rtl="0">
              <a:lnSpc>
                <a:spcPct val="100000"/>
              </a:lnSpc>
              <a:spcBef>
                <a:spcPts val="640"/>
              </a:spcBef>
              <a:spcAft>
                <a:spcPts val="0"/>
              </a:spcAft>
              <a:buClr>
                <a:schemeClr val="dk1"/>
              </a:buClr>
              <a:buSzPts val="3200"/>
              <a:buChar char="•"/>
            </a:pPr>
            <a:r>
              <a:rPr lang="en-US"/>
              <a:t>Right representation is crucial</a:t>
            </a:r>
            <a:endParaRPr/>
          </a:p>
          <a:p>
            <a:pPr marL="742950" lvl="1" indent="-285750" algn="l" rtl="0">
              <a:lnSpc>
                <a:spcPct val="100000"/>
              </a:lnSpc>
              <a:spcBef>
                <a:spcPts val="560"/>
              </a:spcBef>
              <a:spcAft>
                <a:spcPts val="0"/>
              </a:spcAft>
              <a:buClr>
                <a:schemeClr val="dk1"/>
              </a:buClr>
              <a:buSzPts val="2800"/>
              <a:buChar char="–"/>
            </a:pPr>
            <a:r>
              <a:rPr lang="en-US"/>
              <a:t>Early realisation in AI</a:t>
            </a:r>
            <a:endParaRPr/>
          </a:p>
          <a:p>
            <a:pPr marL="742950" lvl="1" indent="-285750" algn="l" rtl="0">
              <a:lnSpc>
                <a:spcPct val="100000"/>
              </a:lnSpc>
              <a:spcBef>
                <a:spcPts val="560"/>
              </a:spcBef>
              <a:spcAft>
                <a:spcPts val="0"/>
              </a:spcAft>
              <a:buClr>
                <a:schemeClr val="dk1"/>
              </a:buClr>
              <a:buSzPts val="2800"/>
              <a:buChar char="–"/>
            </a:pPr>
            <a:r>
              <a:rPr lang="en-US"/>
              <a:t>Wrong choice can lead to project failure</a:t>
            </a:r>
            <a:endParaRPr/>
          </a:p>
          <a:p>
            <a:pPr marL="742950" lvl="1" indent="-285750" algn="l" rtl="0">
              <a:lnSpc>
                <a:spcPct val="100000"/>
              </a:lnSpc>
              <a:spcBef>
                <a:spcPts val="560"/>
              </a:spcBef>
              <a:spcAft>
                <a:spcPts val="0"/>
              </a:spcAft>
              <a:buClr>
                <a:schemeClr val="dk1"/>
              </a:buClr>
              <a:buSzPts val="2800"/>
              <a:buChar char="–"/>
            </a:pPr>
            <a:r>
              <a:rPr lang="en-US"/>
              <a:t>Active research area</a:t>
            </a:r>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36"/>
        <p:cNvGrpSpPr/>
        <p:nvPr/>
      </p:nvGrpSpPr>
      <p:grpSpPr>
        <a:xfrm>
          <a:off x="0" y="0"/>
          <a:ext cx="0" cy="0"/>
          <a:chOff x="0" y="0"/>
          <a:chExt cx="0" cy="0"/>
        </a:xfrm>
      </p:grpSpPr>
      <p:sp>
        <p:nvSpPr>
          <p:cNvPr id="137" name="Google Shape;137;p5"/>
          <p:cNvSpPr txBox="1">
            <a:spLocks noGrp="1"/>
          </p:cNvSpPr>
          <p:nvPr>
            <p:ph type="title"/>
          </p:nvPr>
        </p:nvSpPr>
        <p:spPr>
          <a:xfrm>
            <a:off x="914400" y="152400"/>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Choosing a Representation</a:t>
            </a:r>
            <a:endParaRPr/>
          </a:p>
        </p:txBody>
      </p:sp>
      <p:sp>
        <p:nvSpPr>
          <p:cNvPr id="138" name="Google Shape;138;p5"/>
          <p:cNvSpPr txBox="1">
            <a:spLocks noGrp="1"/>
          </p:cNvSpPr>
          <p:nvPr>
            <p:ph type="body" idx="1"/>
          </p:nvPr>
        </p:nvSpPr>
        <p:spPr>
          <a:xfrm>
            <a:off x="482600" y="1828800"/>
            <a:ext cx="8382000" cy="42672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400"/>
              <a:buChar char="•"/>
            </a:pPr>
            <a:r>
              <a:rPr lang="en-US" sz="2400"/>
              <a:t>For certain problem solving techniques</a:t>
            </a:r>
            <a:endParaRPr/>
          </a:p>
          <a:p>
            <a:pPr marL="742950" lvl="1" indent="-285750" algn="l" rtl="0">
              <a:lnSpc>
                <a:spcPct val="100000"/>
              </a:lnSpc>
              <a:spcBef>
                <a:spcPts val="400"/>
              </a:spcBef>
              <a:spcAft>
                <a:spcPts val="0"/>
              </a:spcAft>
              <a:buClr>
                <a:schemeClr val="dk1"/>
              </a:buClr>
              <a:buSzPts val="2000"/>
              <a:buChar char="–"/>
            </a:pPr>
            <a:r>
              <a:rPr lang="en-US" sz="2000"/>
              <a:t>‘Best’ representation already known</a:t>
            </a:r>
            <a:endParaRPr/>
          </a:p>
          <a:p>
            <a:pPr marL="742950" lvl="1" indent="-285750" algn="l" rtl="0">
              <a:lnSpc>
                <a:spcPct val="100000"/>
              </a:lnSpc>
              <a:spcBef>
                <a:spcPts val="400"/>
              </a:spcBef>
              <a:spcAft>
                <a:spcPts val="0"/>
              </a:spcAft>
              <a:buClr>
                <a:schemeClr val="dk1"/>
              </a:buClr>
              <a:buSzPts val="2000"/>
              <a:buChar char="–"/>
            </a:pPr>
            <a:r>
              <a:rPr lang="en-US" sz="2000"/>
              <a:t>Often a requirement of the technique</a:t>
            </a:r>
            <a:endParaRPr/>
          </a:p>
          <a:p>
            <a:pPr marL="742950" lvl="1" indent="-285750" algn="l" rtl="0">
              <a:lnSpc>
                <a:spcPct val="100000"/>
              </a:lnSpc>
              <a:spcBef>
                <a:spcPts val="400"/>
              </a:spcBef>
              <a:spcAft>
                <a:spcPts val="0"/>
              </a:spcAft>
              <a:buClr>
                <a:schemeClr val="dk1"/>
              </a:buClr>
              <a:buSzPts val="2000"/>
              <a:buChar char="–"/>
            </a:pPr>
            <a:r>
              <a:rPr lang="en-US" sz="2000"/>
              <a:t>Or a requirement of the programming language (e.g. Prolog)</a:t>
            </a:r>
            <a:endParaRPr/>
          </a:p>
          <a:p>
            <a:pPr marL="342900" lvl="0" indent="-342900" algn="l" rtl="0">
              <a:lnSpc>
                <a:spcPct val="100000"/>
              </a:lnSpc>
              <a:spcBef>
                <a:spcPts val="480"/>
              </a:spcBef>
              <a:spcAft>
                <a:spcPts val="0"/>
              </a:spcAft>
              <a:buClr>
                <a:schemeClr val="dk1"/>
              </a:buClr>
              <a:buSzPts val="2400"/>
              <a:buChar char="•"/>
            </a:pPr>
            <a:r>
              <a:rPr lang="en-US" sz="2400"/>
              <a:t>Examples</a:t>
            </a:r>
            <a:endParaRPr/>
          </a:p>
          <a:p>
            <a:pPr marL="742950" lvl="1" indent="-285750" algn="l" rtl="0">
              <a:lnSpc>
                <a:spcPct val="100000"/>
              </a:lnSpc>
              <a:spcBef>
                <a:spcPts val="400"/>
              </a:spcBef>
              <a:spcAft>
                <a:spcPts val="0"/>
              </a:spcAft>
              <a:buClr>
                <a:schemeClr val="dk1"/>
              </a:buClr>
              <a:buSzPts val="2000"/>
              <a:buChar char="–"/>
            </a:pPr>
            <a:r>
              <a:rPr lang="en-US" sz="2000"/>
              <a:t>First order theorem proving… first order logic</a:t>
            </a:r>
            <a:endParaRPr/>
          </a:p>
          <a:p>
            <a:pPr marL="742950" lvl="1" indent="-285750" algn="l" rtl="0">
              <a:lnSpc>
                <a:spcPct val="100000"/>
              </a:lnSpc>
              <a:spcBef>
                <a:spcPts val="400"/>
              </a:spcBef>
              <a:spcAft>
                <a:spcPts val="0"/>
              </a:spcAft>
              <a:buClr>
                <a:schemeClr val="dk1"/>
              </a:buClr>
              <a:buSzPts val="2000"/>
              <a:buChar char="–"/>
            </a:pPr>
            <a:r>
              <a:rPr lang="en-US" sz="2000"/>
              <a:t>Inductive logic programming… logic programs</a:t>
            </a:r>
            <a:endParaRPr/>
          </a:p>
          <a:p>
            <a:pPr marL="742950" lvl="1" indent="-285750" algn="l" rtl="0">
              <a:lnSpc>
                <a:spcPct val="100000"/>
              </a:lnSpc>
              <a:spcBef>
                <a:spcPts val="400"/>
              </a:spcBef>
              <a:spcAft>
                <a:spcPts val="0"/>
              </a:spcAft>
              <a:buClr>
                <a:schemeClr val="dk1"/>
              </a:buClr>
              <a:buSzPts val="2000"/>
              <a:buChar char="–"/>
            </a:pPr>
            <a:r>
              <a:rPr lang="en-US" sz="2000"/>
              <a:t>Neural networks learning… neural networks</a:t>
            </a:r>
            <a:endParaRPr/>
          </a:p>
          <a:p>
            <a:pPr marL="342900" lvl="0" indent="-342900" algn="l" rtl="0">
              <a:lnSpc>
                <a:spcPct val="100000"/>
              </a:lnSpc>
              <a:spcBef>
                <a:spcPts val="480"/>
              </a:spcBef>
              <a:spcAft>
                <a:spcPts val="0"/>
              </a:spcAft>
              <a:buClr>
                <a:schemeClr val="dk1"/>
              </a:buClr>
              <a:buSzPts val="2400"/>
              <a:buChar char="•"/>
            </a:pPr>
            <a:r>
              <a:rPr lang="en-US" sz="2400"/>
              <a:t>Some general representation schemes</a:t>
            </a:r>
            <a:endParaRPr/>
          </a:p>
          <a:p>
            <a:pPr marL="742950" lvl="1" indent="-285750" algn="l" rtl="0">
              <a:lnSpc>
                <a:spcPct val="100000"/>
              </a:lnSpc>
              <a:spcBef>
                <a:spcPts val="400"/>
              </a:spcBef>
              <a:spcAft>
                <a:spcPts val="0"/>
              </a:spcAft>
              <a:buClr>
                <a:schemeClr val="dk1"/>
              </a:buClr>
              <a:buSzPts val="2000"/>
              <a:buChar char="–"/>
            </a:pPr>
            <a:r>
              <a:rPr lang="en-US" sz="2000"/>
              <a:t>Suitable for many different (and new) AI applications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42"/>
        <p:cNvGrpSpPr/>
        <p:nvPr/>
      </p:nvGrpSpPr>
      <p:grpSpPr>
        <a:xfrm>
          <a:off x="0" y="0"/>
          <a:ext cx="0" cy="0"/>
          <a:chOff x="0" y="0"/>
          <a:chExt cx="0" cy="0"/>
        </a:xfrm>
      </p:grpSpPr>
      <p:sp>
        <p:nvSpPr>
          <p:cNvPr id="143" name="Google Shape;143;p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Some General Representations</a:t>
            </a:r>
            <a:endParaRPr/>
          </a:p>
        </p:txBody>
      </p:sp>
      <p:sp>
        <p:nvSpPr>
          <p:cNvPr id="144" name="Google Shape;144;p6"/>
          <p:cNvSpPr txBox="1">
            <a:spLocks noGrp="1"/>
          </p:cNvSpPr>
          <p:nvPr>
            <p:ph type="body" idx="1"/>
          </p:nvPr>
        </p:nvSpPr>
        <p:spPr>
          <a:xfrm>
            <a:off x="696686" y="2286000"/>
            <a:ext cx="8001000" cy="2895600"/>
          </a:xfrm>
          <a:prstGeom prst="rect">
            <a:avLst/>
          </a:prstGeom>
          <a:noFill/>
          <a:ln>
            <a:noFill/>
          </a:ln>
        </p:spPr>
        <p:txBody>
          <a:bodyPr spcFirstLastPara="1" wrap="square" lIns="91425" tIns="45700" rIns="91425" bIns="45700" anchor="t" anchorCtr="0">
            <a:normAutofit/>
          </a:bodyPr>
          <a:lstStyle/>
          <a:p>
            <a:pPr marL="533400" lvl="0" indent="-533400" algn="l" rtl="0">
              <a:lnSpc>
                <a:spcPct val="100000"/>
              </a:lnSpc>
              <a:spcBef>
                <a:spcPts val="0"/>
              </a:spcBef>
              <a:spcAft>
                <a:spcPts val="0"/>
              </a:spcAft>
              <a:buClr>
                <a:schemeClr val="dk1"/>
              </a:buClr>
              <a:buSzPts val="3200"/>
              <a:buFont typeface="Arial"/>
              <a:buAutoNum type="arabicPeriod"/>
            </a:pPr>
            <a:r>
              <a:rPr lang="en-US"/>
              <a:t>Logical Representations</a:t>
            </a:r>
            <a:endParaRPr/>
          </a:p>
          <a:p>
            <a:pPr marL="533400" lvl="0" indent="-533400" algn="l" rtl="0">
              <a:lnSpc>
                <a:spcPct val="100000"/>
              </a:lnSpc>
              <a:spcBef>
                <a:spcPts val="640"/>
              </a:spcBef>
              <a:spcAft>
                <a:spcPts val="0"/>
              </a:spcAft>
              <a:buClr>
                <a:schemeClr val="dk1"/>
              </a:buClr>
              <a:buSzPts val="3200"/>
              <a:buFont typeface="Arial"/>
              <a:buAutoNum type="arabicPeriod"/>
            </a:pPr>
            <a:r>
              <a:rPr lang="en-US"/>
              <a:t>Production Rules</a:t>
            </a:r>
            <a:endParaRPr/>
          </a:p>
          <a:p>
            <a:pPr marL="533400" lvl="0" indent="-533400" algn="l" rtl="0">
              <a:lnSpc>
                <a:spcPct val="100000"/>
              </a:lnSpc>
              <a:spcBef>
                <a:spcPts val="640"/>
              </a:spcBef>
              <a:spcAft>
                <a:spcPts val="0"/>
              </a:spcAft>
              <a:buClr>
                <a:schemeClr val="dk1"/>
              </a:buClr>
              <a:buSzPts val="3200"/>
              <a:buFont typeface="Arial"/>
              <a:buAutoNum type="arabicPeriod"/>
            </a:pPr>
            <a:r>
              <a:rPr lang="en-US"/>
              <a:t>Semantic Networks</a:t>
            </a:r>
            <a:endParaRPr/>
          </a:p>
          <a:p>
            <a:pPr marL="914400" lvl="1" indent="-457200" algn="l" rtl="0">
              <a:lnSpc>
                <a:spcPct val="100000"/>
              </a:lnSpc>
              <a:spcBef>
                <a:spcPts val="560"/>
              </a:spcBef>
              <a:spcAft>
                <a:spcPts val="0"/>
              </a:spcAft>
              <a:buClr>
                <a:schemeClr val="dk1"/>
              </a:buClr>
              <a:buSzPts val="2800"/>
              <a:buFont typeface="Times"/>
              <a:buChar char="•"/>
            </a:pPr>
            <a:r>
              <a:rPr lang="en-US"/>
              <a:t>Conceptual graphs, frames</a:t>
            </a:r>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48"/>
        <p:cNvGrpSpPr/>
        <p:nvPr/>
      </p:nvGrpSpPr>
      <p:grpSpPr>
        <a:xfrm>
          <a:off x="0" y="0"/>
          <a:ext cx="0" cy="0"/>
          <a:chOff x="0" y="0"/>
          <a:chExt cx="0" cy="0"/>
        </a:xfrm>
      </p:grpSpPr>
      <p:sp>
        <p:nvSpPr>
          <p:cNvPr id="149" name="Google Shape;149;p7"/>
          <p:cNvSpPr txBox="1">
            <a:spLocks noGrp="1"/>
          </p:cNvSpPr>
          <p:nvPr>
            <p:ph type="title"/>
          </p:nvPr>
        </p:nvSpPr>
        <p:spPr>
          <a:xfrm>
            <a:off x="914400" y="228600"/>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Syntax and Semantics</a:t>
            </a:r>
            <a:endParaRPr/>
          </a:p>
        </p:txBody>
      </p:sp>
      <p:sp>
        <p:nvSpPr>
          <p:cNvPr id="150" name="Google Shape;150;p7"/>
          <p:cNvSpPr txBox="1">
            <a:spLocks noGrp="1"/>
          </p:cNvSpPr>
          <p:nvPr>
            <p:ph type="body" idx="1"/>
          </p:nvPr>
        </p:nvSpPr>
        <p:spPr>
          <a:xfrm>
            <a:off x="685800" y="1905000"/>
            <a:ext cx="8229600" cy="43434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400"/>
              <a:buChar char="•"/>
            </a:pPr>
            <a:r>
              <a:rPr lang="en-US" sz="2400"/>
              <a:t>Syntax</a:t>
            </a:r>
            <a:endParaRPr/>
          </a:p>
          <a:p>
            <a:pPr marL="742950" lvl="1" indent="-285750" algn="l" rtl="0">
              <a:lnSpc>
                <a:spcPct val="100000"/>
              </a:lnSpc>
              <a:spcBef>
                <a:spcPts val="400"/>
              </a:spcBef>
              <a:spcAft>
                <a:spcPts val="0"/>
              </a:spcAft>
              <a:buClr>
                <a:schemeClr val="dk1"/>
              </a:buClr>
              <a:buSzPts val="2000"/>
              <a:buChar char="–"/>
            </a:pPr>
            <a:r>
              <a:rPr lang="en-US" sz="2000"/>
              <a:t>Rules for constructing legal sentences in the logic</a:t>
            </a:r>
            <a:endParaRPr/>
          </a:p>
          <a:p>
            <a:pPr marL="742950" lvl="1" indent="-285750" algn="l" rtl="0">
              <a:lnSpc>
                <a:spcPct val="100000"/>
              </a:lnSpc>
              <a:spcBef>
                <a:spcPts val="400"/>
              </a:spcBef>
              <a:spcAft>
                <a:spcPts val="0"/>
              </a:spcAft>
              <a:buClr>
                <a:schemeClr val="dk1"/>
              </a:buClr>
              <a:buSzPts val="2000"/>
              <a:buChar char="–"/>
            </a:pPr>
            <a:r>
              <a:rPr lang="en-US" sz="2000"/>
              <a:t>Which symbols we can use (English: letters, punctuation)</a:t>
            </a:r>
            <a:endParaRPr/>
          </a:p>
          <a:p>
            <a:pPr marL="742950" lvl="1" indent="-285750" algn="l" rtl="0">
              <a:lnSpc>
                <a:spcPct val="100000"/>
              </a:lnSpc>
              <a:spcBef>
                <a:spcPts val="400"/>
              </a:spcBef>
              <a:spcAft>
                <a:spcPts val="0"/>
              </a:spcAft>
              <a:buClr>
                <a:schemeClr val="dk1"/>
              </a:buClr>
              <a:buSzPts val="2000"/>
              <a:buChar char="–"/>
            </a:pPr>
            <a:r>
              <a:rPr lang="en-US" sz="2000"/>
              <a:t>How we are allowed to combine symbols</a:t>
            </a:r>
            <a:endParaRPr/>
          </a:p>
          <a:p>
            <a:pPr marL="342900" lvl="0" indent="-342900" algn="l" rtl="0">
              <a:lnSpc>
                <a:spcPct val="100000"/>
              </a:lnSpc>
              <a:spcBef>
                <a:spcPts val="480"/>
              </a:spcBef>
              <a:spcAft>
                <a:spcPts val="0"/>
              </a:spcAft>
              <a:buClr>
                <a:schemeClr val="dk1"/>
              </a:buClr>
              <a:buSzPts val="2400"/>
              <a:buChar char="•"/>
            </a:pPr>
            <a:r>
              <a:rPr lang="en-US" sz="2400"/>
              <a:t>Semantics</a:t>
            </a:r>
            <a:endParaRPr/>
          </a:p>
          <a:p>
            <a:pPr marL="742950" lvl="1" indent="-285750" algn="l" rtl="0">
              <a:lnSpc>
                <a:spcPct val="100000"/>
              </a:lnSpc>
              <a:spcBef>
                <a:spcPts val="400"/>
              </a:spcBef>
              <a:spcAft>
                <a:spcPts val="0"/>
              </a:spcAft>
              <a:buClr>
                <a:schemeClr val="dk1"/>
              </a:buClr>
              <a:buSzPts val="2000"/>
              <a:buChar char="–"/>
            </a:pPr>
            <a:r>
              <a:rPr lang="en-US" sz="2000"/>
              <a:t>How we interpret (read) sentences in the logic</a:t>
            </a:r>
            <a:endParaRPr/>
          </a:p>
          <a:p>
            <a:pPr marL="742950" lvl="1" indent="-285750" algn="l" rtl="0">
              <a:lnSpc>
                <a:spcPct val="100000"/>
              </a:lnSpc>
              <a:spcBef>
                <a:spcPts val="400"/>
              </a:spcBef>
              <a:spcAft>
                <a:spcPts val="0"/>
              </a:spcAft>
              <a:buClr>
                <a:schemeClr val="dk1"/>
              </a:buClr>
              <a:buSzPts val="2000"/>
              <a:buChar char="–"/>
            </a:pPr>
            <a:r>
              <a:rPr lang="en-US" sz="2000"/>
              <a:t>Assigns a meaning to each sentence</a:t>
            </a:r>
            <a:endParaRPr/>
          </a:p>
          <a:p>
            <a:pPr marL="342900" lvl="0" indent="-342900" algn="l" rtl="0">
              <a:lnSpc>
                <a:spcPct val="100000"/>
              </a:lnSpc>
              <a:spcBef>
                <a:spcPts val="480"/>
              </a:spcBef>
              <a:spcAft>
                <a:spcPts val="0"/>
              </a:spcAft>
              <a:buClr>
                <a:schemeClr val="dk1"/>
              </a:buClr>
              <a:buSzPts val="2400"/>
              <a:buChar char="•"/>
            </a:pPr>
            <a:r>
              <a:rPr lang="en-US" sz="2400"/>
              <a:t>Example: “All lecturers are seven foot tall”</a:t>
            </a:r>
            <a:endParaRPr/>
          </a:p>
          <a:p>
            <a:pPr marL="742950" lvl="1" indent="-285750" algn="l" rtl="0">
              <a:lnSpc>
                <a:spcPct val="100000"/>
              </a:lnSpc>
              <a:spcBef>
                <a:spcPts val="400"/>
              </a:spcBef>
              <a:spcAft>
                <a:spcPts val="0"/>
              </a:spcAft>
              <a:buClr>
                <a:schemeClr val="dk1"/>
              </a:buClr>
              <a:buSzPts val="2000"/>
              <a:buChar char="–"/>
            </a:pPr>
            <a:r>
              <a:rPr lang="en-US" sz="2000"/>
              <a:t>A valid sentence (syntax)</a:t>
            </a:r>
            <a:endParaRPr/>
          </a:p>
          <a:p>
            <a:pPr marL="742950" lvl="1" indent="-285750" algn="l" rtl="0">
              <a:lnSpc>
                <a:spcPct val="100000"/>
              </a:lnSpc>
              <a:spcBef>
                <a:spcPts val="400"/>
              </a:spcBef>
              <a:spcAft>
                <a:spcPts val="0"/>
              </a:spcAft>
              <a:buClr>
                <a:schemeClr val="dk1"/>
              </a:buClr>
              <a:buSzPts val="2000"/>
              <a:buChar char="–"/>
            </a:pPr>
            <a:r>
              <a:rPr lang="en-US" sz="2000"/>
              <a:t>And we can understand the meaning (semantics)</a:t>
            </a:r>
            <a:endParaRPr/>
          </a:p>
          <a:p>
            <a:pPr marL="742950" lvl="1" indent="-285750" algn="l" rtl="0">
              <a:lnSpc>
                <a:spcPct val="100000"/>
              </a:lnSpc>
              <a:spcBef>
                <a:spcPts val="400"/>
              </a:spcBef>
              <a:spcAft>
                <a:spcPts val="0"/>
              </a:spcAft>
              <a:buClr>
                <a:schemeClr val="dk1"/>
              </a:buClr>
              <a:buSzPts val="2000"/>
              <a:buChar char="–"/>
            </a:pPr>
            <a:r>
              <a:rPr lang="en-US" sz="2000"/>
              <a:t>This sentence happens to be false (there is a counterexample)</a:t>
            </a:r>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54"/>
        <p:cNvGrpSpPr/>
        <p:nvPr/>
      </p:nvGrpSpPr>
      <p:grpSpPr>
        <a:xfrm>
          <a:off x="0" y="0"/>
          <a:ext cx="0" cy="0"/>
          <a:chOff x="0" y="0"/>
          <a:chExt cx="0" cy="0"/>
        </a:xfrm>
      </p:grpSpPr>
      <p:sp>
        <p:nvSpPr>
          <p:cNvPr id="155" name="Google Shape;155;p8"/>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2019</a:t>
            </a:r>
            <a:endParaRPr/>
          </a:p>
        </p:txBody>
      </p:sp>
      <p:sp>
        <p:nvSpPr>
          <p:cNvPr id="156" name="Google Shape;156;p8"/>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MECQ1203: Artificial Intelligence</a:t>
            </a:r>
            <a:endParaRPr/>
          </a:p>
        </p:txBody>
      </p:sp>
      <p:sp>
        <p:nvSpPr>
          <p:cNvPr id="157" name="Google Shape;157;p8"/>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100"/>
              <a:buNone/>
            </a:pPr>
            <a:fld id="{00000000-1234-1234-1234-123412341234}" type="slidenum">
              <a:rPr lang="en-US"/>
              <a:t>8</a:t>
            </a:fld>
            <a:endParaRPr/>
          </a:p>
        </p:txBody>
      </p:sp>
      <p:sp>
        <p:nvSpPr>
          <p:cNvPr id="158" name="Google Shape;158;p8"/>
          <p:cNvSpPr/>
          <p:nvPr/>
        </p:nvSpPr>
        <p:spPr>
          <a:xfrm>
            <a:off x="746940" y="4927665"/>
            <a:ext cx="3367860" cy="206210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sng" strike="noStrike" cap="none">
                <a:solidFill>
                  <a:schemeClr val="dk1"/>
                </a:solidFill>
                <a:latin typeface="Calibri"/>
                <a:ea typeface="Calibri"/>
                <a:cs typeface="Calibri"/>
                <a:sym typeface="Calibri"/>
                <a:hlinkClick r:id="rId3">
                  <a:extLst>
                    <a:ext uri="{A12FA001-AC4F-418D-AE19-62706E023703}">
                      <ahyp:hlinkClr xmlns:ahyp="http://schemas.microsoft.com/office/drawing/2018/hyperlinkcolor" val="tx"/>
                    </a:ext>
                  </a:extLst>
                </a:hlinkClick>
              </a:rPr>
              <a:t>https://www.youtube.com/watch?v=zdoIfEKw3eU</a:t>
            </a:r>
            <a:endParaRPr sz="32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3200"/>
              <a:buFont typeface="Arial"/>
              <a:buNone/>
            </a:pPr>
            <a:endParaRPr sz="3200" b="0" i="0" u="none" strike="noStrike" cap="none">
              <a:solidFill>
                <a:schemeClr val="dk1"/>
              </a:solidFill>
              <a:latin typeface="Calibri"/>
              <a:ea typeface="Calibri"/>
              <a:cs typeface="Calibri"/>
              <a:sym typeface="Calibri"/>
            </a:endParaRPr>
          </a:p>
        </p:txBody>
      </p:sp>
      <p:sp>
        <p:nvSpPr>
          <p:cNvPr id="159" name="Google Shape;159;p8"/>
          <p:cNvSpPr/>
          <p:nvPr/>
        </p:nvSpPr>
        <p:spPr>
          <a:xfrm>
            <a:off x="3505200" y="381000"/>
            <a:ext cx="2813591" cy="7694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400"/>
              <a:buFont typeface="Arial"/>
              <a:buNone/>
            </a:pPr>
            <a:r>
              <a:rPr lang="en-US" sz="4400" b="1" i="0" u="none" strike="noStrike" cap="none">
                <a:solidFill>
                  <a:srgbClr val="FF0000"/>
                </a:solidFill>
                <a:latin typeface="Calibri"/>
                <a:ea typeface="Calibri"/>
                <a:cs typeface="Calibri"/>
                <a:sym typeface="Calibri"/>
              </a:rPr>
              <a:t>Activity 2.1</a:t>
            </a:r>
            <a:endParaRPr sz="4400" b="1" i="0" u="none" strike="noStrike" cap="none">
              <a:solidFill>
                <a:srgbClr val="FF0000"/>
              </a:solidFill>
              <a:latin typeface="Calibri"/>
              <a:ea typeface="Calibri"/>
              <a:cs typeface="Calibri"/>
              <a:sym typeface="Calibri"/>
            </a:endParaRPr>
          </a:p>
        </p:txBody>
      </p:sp>
      <p:sp>
        <p:nvSpPr>
          <p:cNvPr id="160" name="Google Shape;160;p8"/>
          <p:cNvSpPr/>
          <p:nvPr/>
        </p:nvSpPr>
        <p:spPr>
          <a:xfrm>
            <a:off x="339995" y="1555075"/>
            <a:ext cx="3470005" cy="30469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Calibri"/>
                <a:ea typeface="Calibri"/>
                <a:cs typeface="Calibri"/>
                <a:sym typeface="Calibri"/>
              </a:rPr>
              <a:t>Activity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chemeClr val="dk1"/>
              </a:solidFill>
              <a:latin typeface="Calibri"/>
              <a:ea typeface="Calibri"/>
              <a:cs typeface="Calibri"/>
              <a:sym typeface="Calibri"/>
            </a:endParaRPr>
          </a:p>
          <a:p>
            <a:pPr marL="457200" marR="0" lvl="0" indent="-457200" algn="l" rtl="0">
              <a:lnSpc>
                <a:spcPct val="100000"/>
              </a:lnSpc>
              <a:spcBef>
                <a:spcPts val="0"/>
              </a:spcBef>
              <a:spcAft>
                <a:spcPts val="0"/>
              </a:spcAft>
              <a:buClr>
                <a:schemeClr val="dk1"/>
              </a:buClr>
              <a:buSzPts val="2400"/>
              <a:buFont typeface="Calibri"/>
              <a:buAutoNum type="arabicPeriod"/>
            </a:pPr>
            <a:r>
              <a:rPr lang="en-US" sz="2400" b="0" i="0" u="none" strike="noStrike" cap="none">
                <a:solidFill>
                  <a:schemeClr val="dk1"/>
                </a:solidFill>
                <a:latin typeface="Calibri"/>
                <a:ea typeface="Calibri"/>
                <a:cs typeface="Calibri"/>
                <a:sym typeface="Calibri"/>
              </a:rPr>
              <a:t>Watch the video below.</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0"/>
              </a:spcBef>
              <a:spcAft>
                <a:spcPts val="0"/>
              </a:spcAft>
              <a:buClr>
                <a:schemeClr val="dk1"/>
              </a:buClr>
              <a:buSzPts val="2400"/>
              <a:buFont typeface="Calibri"/>
              <a:buAutoNum type="arabicPeriod"/>
            </a:pPr>
            <a:r>
              <a:rPr lang="en-US" sz="2400" b="0" i="0" u="none" strike="noStrike" cap="none">
                <a:solidFill>
                  <a:schemeClr val="dk1"/>
                </a:solidFill>
                <a:latin typeface="Calibri"/>
                <a:ea typeface="Calibri"/>
                <a:cs typeface="Calibri"/>
                <a:sym typeface="Calibri"/>
              </a:rPr>
              <a:t>Answer</a:t>
            </a:r>
            <a:r>
              <a:rPr lang="en-US" sz="2400" b="0" i="0" u="none" strike="noStrike" cap="none">
                <a:solidFill>
                  <a:srgbClr val="C00000"/>
                </a:solidFill>
                <a:latin typeface="Calibri"/>
                <a:ea typeface="Calibri"/>
                <a:cs typeface="Calibri"/>
                <a:sym typeface="Calibri"/>
              </a:rPr>
              <a:t> YES/NO </a:t>
            </a:r>
            <a:r>
              <a:rPr lang="en-US" sz="2400" b="0" i="0" u="none" strike="noStrike" cap="none">
                <a:solidFill>
                  <a:schemeClr val="dk1"/>
                </a:solidFill>
                <a:latin typeface="Calibri"/>
                <a:ea typeface="Calibri"/>
                <a:cs typeface="Calibri"/>
                <a:sym typeface="Calibri"/>
              </a:rPr>
              <a:t>for sentences given.</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0"/>
              </a:spcBef>
              <a:spcAft>
                <a:spcPts val="0"/>
              </a:spcAft>
              <a:buClr>
                <a:schemeClr val="dk1"/>
              </a:buClr>
              <a:buSzPts val="2400"/>
              <a:buFont typeface="Calibri"/>
              <a:buAutoNum type="arabicPeriod"/>
            </a:pPr>
            <a:r>
              <a:rPr lang="en-US" sz="2400" b="0" i="0" u="none" strike="noStrike" cap="none">
                <a:solidFill>
                  <a:schemeClr val="dk1"/>
                </a:solidFill>
                <a:latin typeface="Calibri"/>
                <a:ea typeface="Calibri"/>
                <a:cs typeface="Calibri"/>
                <a:sym typeface="Calibri"/>
              </a:rPr>
              <a:t>One student is called to discuss the answer.</a:t>
            </a:r>
            <a:endParaRPr sz="1400" b="0" i="0" u="none" strike="noStrike" cap="none">
              <a:solidFill>
                <a:srgbClr val="000000"/>
              </a:solidFill>
              <a:latin typeface="Arial"/>
              <a:ea typeface="Arial"/>
              <a:cs typeface="Arial"/>
              <a:sym typeface="Arial"/>
            </a:endParaRPr>
          </a:p>
        </p:txBody>
      </p:sp>
      <p:sp>
        <p:nvSpPr>
          <p:cNvPr id="161" name="Google Shape;161;p8"/>
          <p:cNvSpPr/>
          <p:nvPr/>
        </p:nvSpPr>
        <p:spPr>
          <a:xfrm>
            <a:off x="4267200" y="1555075"/>
            <a:ext cx="4572000" cy="526297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Calibri"/>
                <a:ea typeface="Calibri"/>
                <a:cs typeface="Calibri"/>
                <a:sym typeface="Calibri"/>
              </a:rPr>
              <a:t>Question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chemeClr val="dk1"/>
              </a:solidFill>
              <a:latin typeface="Calibri"/>
              <a:ea typeface="Calibri"/>
              <a:cs typeface="Calibri"/>
              <a:sym typeface="Calibri"/>
            </a:endParaRPr>
          </a:p>
          <a:p>
            <a:pPr marL="457200" marR="0" lvl="0" indent="-457200" algn="l" rtl="0">
              <a:lnSpc>
                <a:spcPct val="100000"/>
              </a:lnSpc>
              <a:spcBef>
                <a:spcPts val="0"/>
              </a:spcBef>
              <a:spcAft>
                <a:spcPts val="0"/>
              </a:spcAft>
              <a:buClr>
                <a:schemeClr val="dk1"/>
              </a:buClr>
              <a:buSzPts val="2400"/>
              <a:buFont typeface="Calibri"/>
              <a:buAutoNum type="arabicPeriod"/>
            </a:pPr>
            <a:r>
              <a:rPr lang="en-US" sz="2400" b="0" i="0" u="none" strike="noStrike" cap="none">
                <a:solidFill>
                  <a:schemeClr val="dk1"/>
                </a:solidFill>
                <a:latin typeface="Calibri"/>
                <a:ea typeface="Calibri"/>
                <a:cs typeface="Calibri"/>
                <a:sym typeface="Calibri"/>
              </a:rPr>
              <a:t>My book is crying.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       Syntax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       Semantic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457200" marR="0" lvl="0" indent="-457200" algn="l" rtl="0">
              <a:lnSpc>
                <a:spcPct val="100000"/>
              </a:lnSpc>
              <a:spcBef>
                <a:spcPts val="0"/>
              </a:spcBef>
              <a:spcAft>
                <a:spcPts val="0"/>
              </a:spcAft>
              <a:buClr>
                <a:schemeClr val="dk1"/>
              </a:buClr>
              <a:buSzPts val="2400"/>
              <a:buFont typeface="Calibri"/>
              <a:buAutoNum type="arabicPeriod" startAt="2"/>
            </a:pPr>
            <a:r>
              <a:rPr lang="en-US" sz="2400" b="0" i="0" u="none" strike="noStrike" cap="none">
                <a:solidFill>
                  <a:schemeClr val="dk1"/>
                </a:solidFill>
                <a:latin typeface="Calibri"/>
                <a:ea typeface="Calibri"/>
                <a:cs typeface="Calibri"/>
                <a:sym typeface="Calibri"/>
              </a:rPr>
              <a:t>UTM in Johore.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       Syntax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       Semantic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65"/>
        <p:cNvGrpSpPr/>
        <p:nvPr/>
      </p:nvGrpSpPr>
      <p:grpSpPr>
        <a:xfrm>
          <a:off x="0" y="0"/>
          <a:ext cx="0" cy="0"/>
          <a:chOff x="0" y="0"/>
          <a:chExt cx="0" cy="0"/>
        </a:xfrm>
      </p:grpSpPr>
      <p:sp>
        <p:nvSpPr>
          <p:cNvPr id="166" name="Google Shape;166;p9"/>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2019</a:t>
            </a:r>
            <a:endParaRPr/>
          </a:p>
        </p:txBody>
      </p:sp>
      <p:sp>
        <p:nvSpPr>
          <p:cNvPr id="167" name="Google Shape;167;p9"/>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MECQ1203: Artificial Intelligence</a:t>
            </a:r>
            <a:endParaRPr/>
          </a:p>
        </p:txBody>
      </p:sp>
      <p:sp>
        <p:nvSpPr>
          <p:cNvPr id="168" name="Google Shape;168;p9"/>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100"/>
              <a:buNone/>
            </a:pPr>
            <a:fld id="{00000000-1234-1234-1234-123412341234}" type="slidenum">
              <a:rPr lang="en-US"/>
              <a:t>9</a:t>
            </a:fld>
            <a:endParaRPr/>
          </a:p>
        </p:txBody>
      </p:sp>
      <p:sp>
        <p:nvSpPr>
          <p:cNvPr id="169" name="Google Shape;169;p9"/>
          <p:cNvSpPr/>
          <p:nvPr/>
        </p:nvSpPr>
        <p:spPr>
          <a:xfrm>
            <a:off x="2469777" y="289657"/>
            <a:ext cx="5008935" cy="7694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400"/>
              <a:buFont typeface="Arial"/>
              <a:buNone/>
            </a:pPr>
            <a:r>
              <a:rPr lang="en-US" sz="4400" b="1" i="0" u="none" strike="noStrike" cap="none">
                <a:solidFill>
                  <a:srgbClr val="FF0000"/>
                </a:solidFill>
                <a:latin typeface="Calibri"/>
                <a:ea typeface="Calibri"/>
                <a:cs typeface="Calibri"/>
                <a:sym typeface="Calibri"/>
              </a:rPr>
              <a:t>Activity 2.1 - Answer</a:t>
            </a:r>
            <a:endParaRPr sz="4400" b="1" i="0" u="none" strike="noStrike" cap="none">
              <a:solidFill>
                <a:srgbClr val="FF0000"/>
              </a:solidFill>
              <a:latin typeface="Calibri"/>
              <a:ea typeface="Calibri"/>
              <a:cs typeface="Calibri"/>
              <a:sym typeface="Calibri"/>
            </a:endParaRPr>
          </a:p>
        </p:txBody>
      </p:sp>
      <p:sp>
        <p:nvSpPr>
          <p:cNvPr id="170" name="Google Shape;170;p9"/>
          <p:cNvSpPr/>
          <p:nvPr/>
        </p:nvSpPr>
        <p:spPr>
          <a:xfrm>
            <a:off x="339995" y="1555075"/>
            <a:ext cx="3470005" cy="3046988"/>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Calibri"/>
                <a:ea typeface="Calibri"/>
                <a:cs typeface="Calibri"/>
                <a:sym typeface="Calibri"/>
              </a:rPr>
              <a:t>Explanation</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1" i="0" u="none" strike="noStrike" cap="none">
              <a:solidFill>
                <a:schemeClr val="dk1"/>
              </a:solidFill>
              <a:latin typeface="Calibri"/>
              <a:ea typeface="Calibri"/>
              <a:cs typeface="Calibri"/>
              <a:sym typeface="Calibri"/>
            </a:endParaRPr>
          </a:p>
          <a:p>
            <a:pPr marL="457200" marR="0" lvl="0" indent="-457200" algn="l" rtl="0">
              <a:lnSpc>
                <a:spcPct val="100000"/>
              </a:lnSpc>
              <a:spcBef>
                <a:spcPts val="0"/>
              </a:spcBef>
              <a:spcAft>
                <a:spcPts val="0"/>
              </a:spcAft>
              <a:buClr>
                <a:schemeClr val="dk1"/>
              </a:buClr>
              <a:buSzPts val="2400"/>
              <a:buFont typeface="Calibri"/>
              <a:buAutoNum type="arabicPeriod"/>
            </a:pPr>
            <a:r>
              <a:rPr lang="en-US" sz="2400" b="0" i="0" u="none" strike="noStrike" cap="none">
                <a:solidFill>
                  <a:schemeClr val="dk1"/>
                </a:solidFill>
                <a:latin typeface="Calibri"/>
                <a:ea typeface="Calibri"/>
                <a:cs typeface="Calibri"/>
                <a:sym typeface="Calibri"/>
              </a:rPr>
              <a:t>Syntax is usually associated with the </a:t>
            </a:r>
            <a:r>
              <a:rPr lang="en-US" sz="2400" b="0" i="0" u="none" strike="noStrike" cap="none">
                <a:solidFill>
                  <a:srgbClr val="C00000"/>
                </a:solidFill>
                <a:latin typeface="Calibri"/>
                <a:ea typeface="Calibri"/>
                <a:cs typeface="Calibri"/>
                <a:sym typeface="Calibri"/>
              </a:rPr>
              <a:t>rules</a:t>
            </a:r>
            <a:r>
              <a:rPr lang="en-US" sz="2400" b="0" i="0" u="none" strike="noStrike" cap="none">
                <a:solidFill>
                  <a:schemeClr val="dk1"/>
                </a:solidFill>
                <a:latin typeface="Calibri"/>
                <a:ea typeface="Calibri"/>
                <a:cs typeface="Calibri"/>
                <a:sym typeface="Calibri"/>
              </a:rPr>
              <a:t> or </a:t>
            </a:r>
            <a:r>
              <a:rPr lang="en-US" sz="2400" b="0" i="0" u="none" strike="noStrike" cap="none">
                <a:solidFill>
                  <a:srgbClr val="C00000"/>
                </a:solidFill>
                <a:latin typeface="Calibri"/>
                <a:ea typeface="Calibri"/>
                <a:cs typeface="Calibri"/>
                <a:sym typeface="Calibri"/>
              </a:rPr>
              <a:t>grammar</a:t>
            </a:r>
            <a:endParaRPr sz="2400" b="0" i="0" u="none" strike="noStrike" cap="none">
              <a:solidFill>
                <a:schemeClr val="dk1"/>
              </a:solidFill>
              <a:latin typeface="Calibri"/>
              <a:ea typeface="Calibri"/>
              <a:cs typeface="Calibri"/>
              <a:sym typeface="Calibri"/>
            </a:endParaRPr>
          </a:p>
          <a:p>
            <a:pPr marL="457200" marR="0" lvl="0" indent="-457200" algn="l" rtl="0">
              <a:lnSpc>
                <a:spcPct val="100000"/>
              </a:lnSpc>
              <a:spcBef>
                <a:spcPts val="0"/>
              </a:spcBef>
              <a:spcAft>
                <a:spcPts val="0"/>
              </a:spcAft>
              <a:buClr>
                <a:schemeClr val="dk1"/>
              </a:buClr>
              <a:buSzPts val="2400"/>
              <a:buFont typeface="Calibri"/>
              <a:buAutoNum type="arabicPeriod"/>
            </a:pPr>
            <a:r>
              <a:rPr lang="en-US" sz="2400" b="0" i="0" u="none" strike="noStrike" cap="none">
                <a:solidFill>
                  <a:schemeClr val="dk1"/>
                </a:solidFill>
                <a:latin typeface="Calibri"/>
                <a:ea typeface="Calibri"/>
                <a:cs typeface="Calibri"/>
                <a:sym typeface="Calibri"/>
              </a:rPr>
              <a:t>Semantic is concerned with its </a:t>
            </a:r>
            <a:r>
              <a:rPr lang="en-US" sz="2400" b="0" i="0" u="none" strike="noStrike" cap="none">
                <a:solidFill>
                  <a:srgbClr val="C00000"/>
                </a:solidFill>
                <a:latin typeface="Calibri"/>
                <a:ea typeface="Calibri"/>
                <a:cs typeface="Calibri"/>
                <a:sym typeface="Calibri"/>
              </a:rPr>
              <a:t>meaning</a:t>
            </a:r>
            <a:r>
              <a:rPr lang="en-US" sz="2400" b="0" i="0" u="none" strike="noStrike" cap="none">
                <a:solidFill>
                  <a:schemeClr val="dk1"/>
                </a:solidFill>
                <a:latin typeface="Calibri"/>
                <a:ea typeface="Calibri"/>
                <a:cs typeface="Calibri"/>
                <a:sym typeface="Calibri"/>
              </a:rPr>
              <a:t>.</a:t>
            </a:r>
            <a:endParaRPr sz="1400" b="0" i="0" u="none" strike="noStrike" cap="none">
              <a:solidFill>
                <a:srgbClr val="000000"/>
              </a:solidFill>
              <a:latin typeface="Arial"/>
              <a:ea typeface="Arial"/>
              <a:cs typeface="Arial"/>
              <a:sym typeface="Arial"/>
            </a:endParaRPr>
          </a:p>
          <a:p>
            <a:pPr marL="457200" marR="0" lvl="0" indent="-304800" algn="l" rtl="0">
              <a:lnSpc>
                <a:spcPct val="100000"/>
              </a:lnSpc>
              <a:spcBef>
                <a:spcPts val="0"/>
              </a:spcBef>
              <a:spcAft>
                <a:spcPts val="0"/>
              </a:spcAft>
              <a:buClr>
                <a:schemeClr val="dk1"/>
              </a:buClr>
              <a:buSzPts val="2400"/>
              <a:buFont typeface="Calibri"/>
              <a:buNone/>
            </a:pPr>
            <a:endParaRPr sz="2400" b="0" i="0" u="none" strike="noStrike" cap="none">
              <a:solidFill>
                <a:schemeClr val="dk1"/>
              </a:solidFill>
              <a:latin typeface="Calibri"/>
              <a:ea typeface="Calibri"/>
              <a:cs typeface="Calibri"/>
              <a:sym typeface="Calibri"/>
            </a:endParaRPr>
          </a:p>
        </p:txBody>
      </p:sp>
      <p:sp>
        <p:nvSpPr>
          <p:cNvPr id="171" name="Google Shape;171;p9"/>
          <p:cNvSpPr/>
          <p:nvPr/>
        </p:nvSpPr>
        <p:spPr>
          <a:xfrm>
            <a:off x="4267200" y="1555075"/>
            <a:ext cx="4572000" cy="489364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Calibri"/>
                <a:ea typeface="Calibri"/>
                <a:cs typeface="Calibri"/>
                <a:sym typeface="Calibri"/>
              </a:rPr>
              <a:t>Question </a:t>
            </a:r>
            <a:endParaRPr sz="1400" b="0" i="0" u="none" strike="noStrike" cap="none">
              <a:solidFill>
                <a:srgbClr val="000000"/>
              </a:solidFill>
              <a:latin typeface="Arial"/>
              <a:ea typeface="Arial"/>
              <a:cs typeface="Arial"/>
              <a:sym typeface="Arial"/>
            </a:endParaRPr>
          </a:p>
          <a:p>
            <a:pPr marL="457200" marR="0" lvl="0" indent="-457200" algn="l" rtl="0">
              <a:lnSpc>
                <a:spcPct val="100000"/>
              </a:lnSpc>
              <a:spcBef>
                <a:spcPts val="0"/>
              </a:spcBef>
              <a:spcAft>
                <a:spcPts val="0"/>
              </a:spcAft>
              <a:buClr>
                <a:schemeClr val="dk1"/>
              </a:buClr>
              <a:buSzPts val="2400"/>
              <a:buFont typeface="Calibri"/>
              <a:buAutoNum type="arabicPeriod"/>
            </a:pPr>
            <a:r>
              <a:rPr lang="en-US" sz="2400" b="0" i="0" u="none" strike="noStrike" cap="none">
                <a:solidFill>
                  <a:schemeClr val="dk1"/>
                </a:solidFill>
                <a:latin typeface="Calibri"/>
                <a:ea typeface="Calibri"/>
                <a:cs typeface="Calibri"/>
                <a:sym typeface="Calibri"/>
              </a:rPr>
              <a:t>My book is crying.</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       Syntax      : </a:t>
            </a:r>
            <a:r>
              <a:rPr lang="en-US" sz="2400" b="1" i="0" u="none" strike="noStrike" cap="none">
                <a:solidFill>
                  <a:srgbClr val="C00000"/>
                </a:solidFill>
                <a:latin typeface="Calibri"/>
                <a:ea typeface="Calibri"/>
                <a:cs typeface="Calibri"/>
                <a:sym typeface="Calibri"/>
              </a:rPr>
              <a:t>YES  </a:t>
            </a:r>
            <a:r>
              <a:rPr lang="en-US" sz="24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       Semantic : </a:t>
            </a:r>
            <a:r>
              <a:rPr lang="en-US" sz="2400" b="1" i="0" u="none" strike="noStrike" cap="none">
                <a:solidFill>
                  <a:srgbClr val="C00000"/>
                </a:solidFill>
                <a:latin typeface="Calibri"/>
                <a:ea typeface="Calibri"/>
                <a:cs typeface="Calibri"/>
                <a:sym typeface="Calibri"/>
              </a:rPr>
              <a:t>NO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2. UTM in Johore.</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       Syntax      :  </a:t>
            </a:r>
            <a:r>
              <a:rPr lang="en-US" sz="2400" b="1" i="0" u="none" strike="noStrike" cap="none">
                <a:solidFill>
                  <a:srgbClr val="C00000"/>
                </a:solidFill>
                <a:latin typeface="Calibri"/>
                <a:ea typeface="Calibri"/>
                <a:cs typeface="Calibri"/>
                <a:sym typeface="Calibri"/>
              </a:rPr>
              <a:t>NO</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       Semantic :  </a:t>
            </a:r>
            <a:r>
              <a:rPr lang="en-US" sz="2400" b="1" i="0" u="none" strike="noStrike" cap="none">
                <a:solidFill>
                  <a:srgbClr val="C00000"/>
                </a:solidFill>
                <a:latin typeface="Calibri"/>
                <a:ea typeface="Calibri"/>
                <a:cs typeface="Calibri"/>
                <a:sym typeface="Calibri"/>
              </a:rPr>
              <a:t>YES</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75"/>
        <p:cNvGrpSpPr/>
        <p:nvPr/>
      </p:nvGrpSpPr>
      <p:grpSpPr>
        <a:xfrm>
          <a:off x="0" y="0"/>
          <a:ext cx="0" cy="0"/>
          <a:chOff x="0" y="0"/>
          <a:chExt cx="0" cy="0"/>
        </a:xfrm>
      </p:grpSpPr>
      <p:sp>
        <p:nvSpPr>
          <p:cNvPr id="176" name="Google Shape;176;p1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SzPts val="1100"/>
              <a:buNone/>
            </a:pPr>
            <a:fld id="{00000000-1234-1234-1234-123412341234}" type="slidenum">
              <a:rPr lang="en-US" sz="1100">
                <a:solidFill>
                  <a:schemeClr val="dk1"/>
                </a:solidFill>
                <a:latin typeface="Arial"/>
                <a:ea typeface="Arial"/>
                <a:cs typeface="Arial"/>
                <a:sym typeface="Arial"/>
              </a:rPr>
              <a:t>10</a:t>
            </a:fld>
            <a:endParaRPr sz="1100">
              <a:solidFill>
                <a:schemeClr val="dk1"/>
              </a:solidFill>
              <a:latin typeface="Arial"/>
              <a:ea typeface="Arial"/>
              <a:cs typeface="Arial"/>
              <a:sym typeface="Arial"/>
            </a:endParaRPr>
          </a:p>
        </p:txBody>
      </p:sp>
      <p:sp>
        <p:nvSpPr>
          <p:cNvPr id="177" name="Google Shape;177;p10"/>
          <p:cNvSpPr/>
          <p:nvPr/>
        </p:nvSpPr>
        <p:spPr>
          <a:xfrm>
            <a:off x="1905000" y="14514"/>
            <a:ext cx="7086600" cy="1143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4200"/>
              <a:buFont typeface="Arial"/>
              <a:buNone/>
            </a:pPr>
            <a:r>
              <a:rPr lang="en-US" sz="4200" b="1" i="0" u="none" strike="noStrike" cap="none">
                <a:solidFill>
                  <a:schemeClr val="dk1"/>
                </a:solidFill>
                <a:latin typeface="Times New Roman"/>
                <a:ea typeface="Times New Roman"/>
                <a:cs typeface="Times New Roman"/>
                <a:sym typeface="Times New Roman"/>
              </a:rPr>
              <a:t>But.. what is knowledge?</a:t>
            </a:r>
            <a:endParaRPr sz="4200" b="0" i="0" u="none" strike="noStrike" cap="none">
              <a:solidFill>
                <a:schemeClr val="dk1"/>
              </a:solidFill>
              <a:latin typeface="Times New Roman"/>
              <a:ea typeface="Times New Roman"/>
              <a:cs typeface="Times New Roman"/>
              <a:sym typeface="Times New Roman"/>
            </a:endParaRPr>
          </a:p>
        </p:txBody>
      </p:sp>
      <p:sp>
        <p:nvSpPr>
          <p:cNvPr id="178" name="Google Shape;178;p10"/>
          <p:cNvSpPr/>
          <p:nvPr/>
        </p:nvSpPr>
        <p:spPr>
          <a:xfrm>
            <a:off x="914400" y="1600200"/>
            <a:ext cx="7772400" cy="4525963"/>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520"/>
              <a:buFont typeface="Noto Sans Symbols"/>
              <a:buChar char="•"/>
            </a:pPr>
            <a:r>
              <a:rPr lang="en-US" sz="2800" b="0" i="0" u="none" strike="noStrike" cap="none">
                <a:solidFill>
                  <a:schemeClr val="dk1"/>
                </a:solidFill>
                <a:latin typeface="Arial"/>
                <a:ea typeface="Arial"/>
                <a:cs typeface="Arial"/>
                <a:sym typeface="Arial"/>
              </a:rPr>
              <a:t>Rules?</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520"/>
              </a:spcBef>
              <a:spcAft>
                <a:spcPts val="0"/>
              </a:spcAft>
              <a:buClr>
                <a:schemeClr val="accent1"/>
              </a:buClr>
              <a:buSzPts val="1950"/>
              <a:buFont typeface="Noto Sans Symbols"/>
              <a:buChar char="•"/>
            </a:pPr>
            <a:r>
              <a:rPr lang="en-US" sz="2600" b="0" i="0" u="none" strike="noStrike" cap="none">
                <a:solidFill>
                  <a:schemeClr val="dk1"/>
                </a:solidFill>
                <a:latin typeface="Arial"/>
                <a:ea typeface="Arial"/>
                <a:cs typeface="Arial"/>
                <a:sym typeface="Arial"/>
              </a:rPr>
              <a:t>Production systems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560"/>
              </a:spcBef>
              <a:spcAft>
                <a:spcPts val="0"/>
              </a:spcAft>
              <a:buClr>
                <a:schemeClr val="dk1"/>
              </a:buClr>
              <a:buSzPts val="2520"/>
              <a:buFont typeface="Noto Sans Symbols"/>
              <a:buChar char="•"/>
            </a:pPr>
            <a:r>
              <a:rPr lang="en-US" sz="2800" b="0" i="0" u="none" strike="noStrike" cap="none">
                <a:solidFill>
                  <a:schemeClr val="dk1"/>
                </a:solidFill>
                <a:latin typeface="Arial"/>
                <a:ea typeface="Arial"/>
                <a:cs typeface="Arial"/>
                <a:sym typeface="Arial"/>
              </a:rPr>
              <a:t>Classification?</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520"/>
              </a:spcBef>
              <a:spcAft>
                <a:spcPts val="0"/>
              </a:spcAft>
              <a:buClr>
                <a:schemeClr val="accent1"/>
              </a:buClr>
              <a:buSzPts val="1950"/>
              <a:buFont typeface="Noto Sans Symbols"/>
              <a:buChar char="•"/>
            </a:pPr>
            <a:r>
              <a:rPr lang="en-US" sz="2600" b="0" i="0" u="none" strike="noStrike" cap="none">
                <a:solidFill>
                  <a:schemeClr val="dk1"/>
                </a:solidFill>
                <a:latin typeface="Arial"/>
                <a:ea typeface="Arial"/>
                <a:cs typeface="Arial"/>
                <a:sym typeface="Arial"/>
              </a:rPr>
              <a:t>Semantic networks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560"/>
              </a:spcBef>
              <a:spcAft>
                <a:spcPts val="0"/>
              </a:spcAft>
              <a:buClr>
                <a:schemeClr val="dk1"/>
              </a:buClr>
              <a:buSzPts val="2520"/>
              <a:buFont typeface="Noto Sans Symbols"/>
              <a:buChar char="•"/>
            </a:pPr>
            <a:r>
              <a:rPr lang="en-US" sz="2800" b="0" i="0" u="none" strike="noStrike" cap="none">
                <a:solidFill>
                  <a:schemeClr val="dk1"/>
                </a:solidFill>
                <a:latin typeface="Arial"/>
                <a:ea typeface="Arial"/>
                <a:cs typeface="Arial"/>
                <a:sym typeface="Arial"/>
              </a:rPr>
              <a:t>Structure?</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520"/>
              </a:spcBef>
              <a:spcAft>
                <a:spcPts val="0"/>
              </a:spcAft>
              <a:buClr>
                <a:schemeClr val="accent1"/>
              </a:buClr>
              <a:buSzPts val="1950"/>
              <a:buFont typeface="Noto Sans Symbols"/>
              <a:buChar char="•"/>
            </a:pPr>
            <a:r>
              <a:rPr lang="en-US" sz="2600" b="0" i="0" u="none" strike="noStrike" cap="none">
                <a:solidFill>
                  <a:schemeClr val="dk1"/>
                </a:solidFill>
                <a:latin typeface="Arial"/>
                <a:ea typeface="Arial"/>
                <a:cs typeface="Arial"/>
                <a:sym typeface="Arial"/>
              </a:rPr>
              <a:t>Frames</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560"/>
              </a:spcBef>
              <a:spcAft>
                <a:spcPts val="0"/>
              </a:spcAft>
              <a:buClr>
                <a:schemeClr val="dk1"/>
              </a:buClr>
              <a:buSzPts val="2520"/>
              <a:buFont typeface="Noto Sans Symbols"/>
              <a:buChar char="•"/>
            </a:pPr>
            <a:r>
              <a:rPr lang="en-US" sz="2800" b="0" i="0" u="none" strike="noStrike" cap="none">
                <a:solidFill>
                  <a:schemeClr val="dk1"/>
                </a:solidFill>
                <a:latin typeface="Arial"/>
                <a:ea typeface="Arial"/>
                <a:cs typeface="Arial"/>
                <a:sym typeface="Arial"/>
              </a:rPr>
              <a:t>Idealised and formalised knowledge?</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520"/>
              </a:spcBef>
              <a:spcAft>
                <a:spcPts val="0"/>
              </a:spcAft>
              <a:buClr>
                <a:schemeClr val="accent1"/>
              </a:buClr>
              <a:buSzPts val="1950"/>
              <a:buFont typeface="Noto Sans Symbols"/>
              <a:buChar char="•"/>
            </a:pPr>
            <a:r>
              <a:rPr lang="en-US" sz="2600" b="0" i="0" u="none" strike="noStrike" cap="none">
                <a:solidFill>
                  <a:schemeClr val="dk1"/>
                </a:solidFill>
                <a:latin typeface="Arial"/>
                <a:ea typeface="Arial"/>
                <a:cs typeface="Arial"/>
                <a:sym typeface="Arial"/>
              </a:rPr>
              <a:t>Logic</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182"/>
        <p:cNvGrpSpPr/>
        <p:nvPr/>
      </p:nvGrpSpPr>
      <p:grpSpPr>
        <a:xfrm>
          <a:off x="0" y="0"/>
          <a:ext cx="0" cy="0"/>
          <a:chOff x="0" y="0"/>
          <a:chExt cx="0" cy="0"/>
        </a:xfrm>
      </p:grpSpPr>
      <p:sp>
        <p:nvSpPr>
          <p:cNvPr id="183" name="Google Shape;183;p1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SzPts val="1100"/>
              <a:buNone/>
            </a:pPr>
            <a:fld id="{00000000-1234-1234-1234-123412341234}" type="slidenum">
              <a:rPr lang="en-US" sz="1100">
                <a:solidFill>
                  <a:schemeClr val="dk1"/>
                </a:solidFill>
                <a:latin typeface="Arial"/>
                <a:ea typeface="Arial"/>
                <a:cs typeface="Arial"/>
                <a:sym typeface="Arial"/>
              </a:rPr>
              <a:t>11</a:t>
            </a:fld>
            <a:endParaRPr sz="1100">
              <a:solidFill>
                <a:schemeClr val="dk1"/>
              </a:solidFill>
              <a:latin typeface="Arial"/>
              <a:ea typeface="Arial"/>
              <a:cs typeface="Arial"/>
              <a:sym typeface="Arial"/>
            </a:endParaRPr>
          </a:p>
        </p:txBody>
      </p:sp>
      <p:sp>
        <p:nvSpPr>
          <p:cNvPr id="184" name="Google Shape;184;p11"/>
          <p:cNvSpPr/>
          <p:nvPr/>
        </p:nvSpPr>
        <p:spPr>
          <a:xfrm>
            <a:off x="1397000" y="304800"/>
            <a:ext cx="7772400" cy="1219200"/>
          </a:xfrm>
          <a:prstGeom prst="rect">
            <a:avLst/>
          </a:prstGeom>
          <a:noFill/>
          <a:ln>
            <a:noFill/>
          </a:ln>
        </p:spPr>
        <p:txBody>
          <a:bodyPr spcFirstLastPara="1" wrap="square" lIns="91425" tIns="45700" rIns="91425" bIns="45700" anchor="b" anchorCtr="1">
            <a:noAutofit/>
          </a:bodyPr>
          <a:lstStyle/>
          <a:p>
            <a:pPr marL="0" marR="0" lvl="0" indent="0" algn="ctr" rtl="0">
              <a:lnSpc>
                <a:spcPct val="100000"/>
              </a:lnSpc>
              <a:spcBef>
                <a:spcPts val="0"/>
              </a:spcBef>
              <a:spcAft>
                <a:spcPts val="0"/>
              </a:spcAft>
              <a:buClr>
                <a:srgbClr val="000000"/>
              </a:buClr>
              <a:buSzPts val="4000"/>
              <a:buFont typeface="Arial"/>
              <a:buNone/>
            </a:pPr>
            <a:r>
              <a:rPr lang="en-US" sz="4000" b="1" i="0" u="none" strike="noStrike" cap="none">
                <a:solidFill>
                  <a:schemeClr val="dk1"/>
                </a:solidFill>
                <a:latin typeface="Times New Roman"/>
                <a:ea typeface="Times New Roman"/>
                <a:cs typeface="Times New Roman"/>
                <a:sym typeface="Times New Roman"/>
              </a:rPr>
              <a:t>Why need representation?</a:t>
            </a:r>
            <a:br>
              <a:rPr lang="en-US" sz="3600" b="1" i="0" u="none" strike="noStrike" cap="none">
                <a:solidFill>
                  <a:schemeClr val="dk1"/>
                </a:solidFill>
                <a:latin typeface="Times New Roman"/>
                <a:ea typeface="Times New Roman"/>
                <a:cs typeface="Times New Roman"/>
                <a:sym typeface="Times New Roman"/>
              </a:rPr>
            </a:br>
            <a:endParaRPr sz="3600" b="1" i="0" u="none" strike="noStrike" cap="none">
              <a:solidFill>
                <a:schemeClr val="dk1"/>
              </a:solidFill>
              <a:latin typeface="Times New Roman"/>
              <a:ea typeface="Times New Roman"/>
              <a:cs typeface="Times New Roman"/>
              <a:sym typeface="Times New Roman"/>
            </a:endParaRPr>
          </a:p>
        </p:txBody>
      </p:sp>
      <p:sp>
        <p:nvSpPr>
          <p:cNvPr id="185" name="Google Shape;185;p11"/>
          <p:cNvSpPr/>
          <p:nvPr/>
        </p:nvSpPr>
        <p:spPr>
          <a:xfrm>
            <a:off x="914400" y="1752600"/>
            <a:ext cx="7010400" cy="4724400"/>
          </a:xfrm>
          <a:prstGeom prst="rect">
            <a:avLst/>
          </a:prstGeom>
          <a:noFill/>
          <a:ln>
            <a:noFill/>
          </a:ln>
        </p:spPr>
        <p:txBody>
          <a:bodyPr spcFirstLastPara="1" wrap="square" lIns="91425" tIns="45700" rIns="91425" bIns="45700" anchor="t" anchorCtr="0">
            <a:noAutofit/>
          </a:bodyPr>
          <a:lstStyle/>
          <a:p>
            <a:pPr marL="609600" marR="0" lvl="0" indent="-609600" algn="l" rtl="0">
              <a:lnSpc>
                <a:spcPct val="100000"/>
              </a:lnSpc>
              <a:spcBef>
                <a:spcPts val="0"/>
              </a:spcBef>
              <a:spcAft>
                <a:spcPts val="0"/>
              </a:spcAft>
              <a:buClr>
                <a:schemeClr val="folHlink"/>
              </a:buClr>
              <a:buSzPts val="2160"/>
              <a:buFont typeface="Noto Sans Symbols"/>
              <a:buNone/>
            </a:pPr>
            <a:r>
              <a:rPr lang="en-US" sz="2400" b="0" i="0" u="none" strike="noStrike" cap="none">
                <a:solidFill>
                  <a:schemeClr val="dk1"/>
                </a:solidFill>
                <a:latin typeface="Arial"/>
                <a:ea typeface="Arial"/>
                <a:cs typeface="Arial"/>
                <a:sym typeface="Arial"/>
              </a:rPr>
              <a:t>-capture important features of a problem</a:t>
            </a:r>
            <a:endParaRPr sz="1400" b="0" i="0" u="none" strike="noStrike" cap="none">
              <a:solidFill>
                <a:srgbClr val="000000"/>
              </a:solidFill>
              <a:latin typeface="Arial"/>
              <a:ea typeface="Arial"/>
              <a:cs typeface="Arial"/>
              <a:sym typeface="Arial"/>
            </a:endParaRPr>
          </a:p>
          <a:p>
            <a:pPr marL="609600" marR="0" lvl="0" indent="-609600" algn="l" rtl="0">
              <a:lnSpc>
                <a:spcPct val="100000"/>
              </a:lnSpc>
              <a:spcBef>
                <a:spcPts val="480"/>
              </a:spcBef>
              <a:spcAft>
                <a:spcPts val="0"/>
              </a:spcAft>
              <a:buClr>
                <a:schemeClr val="folHlink"/>
              </a:buClr>
              <a:buSzPts val="2160"/>
              <a:buFont typeface="Noto Sans Symbols"/>
              <a:buNone/>
            </a:pPr>
            <a:r>
              <a:rPr lang="en-US" sz="2400" b="0" i="0" u="none" strike="noStrike" cap="none">
                <a:solidFill>
                  <a:schemeClr val="dk1"/>
                </a:solidFill>
                <a:latin typeface="Arial"/>
                <a:ea typeface="Arial"/>
                <a:cs typeface="Arial"/>
                <a:sym typeface="Arial"/>
              </a:rPr>
              <a:t>-make information accessible to problem solving procedure</a:t>
            </a:r>
            <a:endParaRPr sz="1400" b="0" i="0" u="none" strike="noStrike" cap="none">
              <a:solidFill>
                <a:srgbClr val="000000"/>
              </a:solidFill>
              <a:latin typeface="Arial"/>
              <a:ea typeface="Arial"/>
              <a:cs typeface="Arial"/>
              <a:sym typeface="Arial"/>
            </a:endParaRPr>
          </a:p>
          <a:p>
            <a:pPr marL="609600" marR="0" lvl="0" indent="-609600" algn="l" rtl="0">
              <a:lnSpc>
                <a:spcPct val="100000"/>
              </a:lnSpc>
              <a:spcBef>
                <a:spcPts val="480"/>
              </a:spcBef>
              <a:spcAft>
                <a:spcPts val="0"/>
              </a:spcAft>
              <a:buClr>
                <a:schemeClr val="folHlink"/>
              </a:buClr>
              <a:buSzPts val="2160"/>
              <a:buFont typeface="Noto Sans Symbols"/>
              <a:buNone/>
            </a:pPr>
            <a:r>
              <a:rPr lang="en-US" sz="2400" b="0" i="0" u="none" strike="noStrike" cap="none">
                <a:solidFill>
                  <a:schemeClr val="dk1"/>
                </a:solidFill>
                <a:latin typeface="Arial"/>
                <a:ea typeface="Arial"/>
                <a:cs typeface="Arial"/>
                <a:sym typeface="Arial"/>
              </a:rPr>
              <a:t>-abstraction</a:t>
            </a:r>
            <a:endParaRPr sz="1400" b="0" i="0" u="none" strike="noStrike" cap="none">
              <a:solidFill>
                <a:srgbClr val="000000"/>
              </a:solidFill>
              <a:latin typeface="Arial"/>
              <a:ea typeface="Arial"/>
              <a:cs typeface="Arial"/>
              <a:sym typeface="Arial"/>
            </a:endParaRPr>
          </a:p>
          <a:p>
            <a:pPr marL="609600" marR="0" lvl="0" indent="-609600" algn="l" rtl="0">
              <a:lnSpc>
                <a:spcPct val="100000"/>
              </a:lnSpc>
              <a:spcBef>
                <a:spcPts val="480"/>
              </a:spcBef>
              <a:spcAft>
                <a:spcPts val="0"/>
              </a:spcAft>
              <a:buClr>
                <a:schemeClr val="folHlink"/>
              </a:buClr>
              <a:buSzPts val="2160"/>
              <a:buFont typeface="Noto Sans Symbols"/>
              <a:buNone/>
            </a:pPr>
            <a:r>
              <a:rPr lang="en-US" sz="2400" b="0" i="0" u="none" strike="noStrike" cap="none">
                <a:solidFill>
                  <a:schemeClr val="dk1"/>
                </a:solidFill>
                <a:latin typeface="Arial"/>
                <a:ea typeface="Arial"/>
                <a:cs typeface="Arial"/>
                <a:sym typeface="Arial"/>
              </a:rPr>
              <a:t>e.g. </a:t>
            </a:r>
            <a:endParaRPr sz="1400" b="0" i="0" u="none" strike="noStrike" cap="none">
              <a:solidFill>
                <a:srgbClr val="000000"/>
              </a:solidFill>
              <a:latin typeface="Arial"/>
              <a:ea typeface="Arial"/>
              <a:cs typeface="Arial"/>
              <a:sym typeface="Arial"/>
            </a:endParaRPr>
          </a:p>
          <a:p>
            <a:pPr marL="609600" marR="0" lvl="0" indent="-609600" algn="l" rtl="0">
              <a:lnSpc>
                <a:spcPct val="100000"/>
              </a:lnSpc>
              <a:spcBef>
                <a:spcPts val="480"/>
              </a:spcBef>
              <a:spcAft>
                <a:spcPts val="0"/>
              </a:spcAft>
              <a:buClr>
                <a:schemeClr val="folHlink"/>
              </a:buClr>
              <a:buSzPts val="2160"/>
              <a:buFont typeface="Noto Sans Symbols"/>
              <a:buNone/>
            </a:pPr>
            <a:r>
              <a:rPr lang="en-US" sz="2400" b="0" i="0" u="none" strike="noStrike" cap="none">
                <a:solidFill>
                  <a:schemeClr val="dk1"/>
                </a:solidFill>
                <a:latin typeface="Arial"/>
                <a:ea typeface="Arial"/>
                <a:cs typeface="Arial"/>
                <a:sym typeface="Arial"/>
              </a:rPr>
              <a:t>The real number: 	</a:t>
            </a:r>
            <a:r>
              <a:rPr lang="en-US" sz="2400" b="0" i="0" u="none" strike="noStrike" cap="none">
                <a:solidFill>
                  <a:schemeClr val="dk1"/>
                </a:solidFill>
                <a:latin typeface="Noto Sans Symbols"/>
                <a:ea typeface="Noto Sans Symbols"/>
                <a:cs typeface="Noto Sans Symbols"/>
                <a:sym typeface="Noto Sans Symbols"/>
              </a:rPr>
              <a:t>π</a:t>
            </a:r>
            <a:endParaRPr sz="1400" b="0" i="0" u="none" strike="noStrike" cap="none">
              <a:solidFill>
                <a:srgbClr val="000000"/>
              </a:solidFill>
              <a:latin typeface="Arial"/>
              <a:ea typeface="Arial"/>
              <a:cs typeface="Arial"/>
              <a:sym typeface="Arial"/>
            </a:endParaRPr>
          </a:p>
          <a:p>
            <a:pPr marL="609600" marR="0" lvl="0" indent="-609600" algn="l" rtl="0">
              <a:lnSpc>
                <a:spcPct val="100000"/>
              </a:lnSpc>
              <a:spcBef>
                <a:spcPts val="480"/>
              </a:spcBef>
              <a:spcAft>
                <a:spcPts val="0"/>
              </a:spcAft>
              <a:buClr>
                <a:schemeClr val="folHlink"/>
              </a:buClr>
              <a:buSzPts val="2160"/>
              <a:buFont typeface="Noto Sans Symbols"/>
              <a:buNone/>
            </a:pPr>
            <a:r>
              <a:rPr lang="en-US" sz="2400" b="0" i="0" u="none" strike="noStrike" cap="none">
                <a:solidFill>
                  <a:schemeClr val="dk1"/>
                </a:solidFill>
                <a:latin typeface="Arial"/>
                <a:ea typeface="Arial"/>
                <a:cs typeface="Arial"/>
                <a:sym typeface="Arial"/>
              </a:rPr>
              <a:t>Decimal : 			3.1415927….</a:t>
            </a:r>
            <a:endParaRPr sz="1400" b="0" i="0" u="none" strike="noStrike" cap="none">
              <a:solidFill>
                <a:srgbClr val="000000"/>
              </a:solidFill>
              <a:latin typeface="Arial"/>
              <a:ea typeface="Arial"/>
              <a:cs typeface="Arial"/>
              <a:sym typeface="Arial"/>
            </a:endParaRPr>
          </a:p>
          <a:p>
            <a:pPr marL="609600" marR="0" lvl="0" indent="-609600" algn="l" rtl="0">
              <a:lnSpc>
                <a:spcPct val="100000"/>
              </a:lnSpc>
              <a:spcBef>
                <a:spcPts val="480"/>
              </a:spcBef>
              <a:spcAft>
                <a:spcPts val="0"/>
              </a:spcAft>
              <a:buClr>
                <a:schemeClr val="folHlink"/>
              </a:buClr>
              <a:buSzPts val="2160"/>
              <a:buFont typeface="Noto Sans Symbols"/>
              <a:buNone/>
            </a:pPr>
            <a:r>
              <a:rPr lang="en-US" sz="2400" b="0" i="0" u="none" strike="noStrike" cap="none">
                <a:solidFill>
                  <a:schemeClr val="dk1"/>
                </a:solidFill>
                <a:latin typeface="Arial"/>
                <a:ea typeface="Arial"/>
                <a:cs typeface="Arial"/>
                <a:sym typeface="Arial"/>
              </a:rPr>
              <a:t>Floating point :           31416	     1</a:t>
            </a:r>
            <a:endParaRPr sz="1400" b="0" i="0" u="none" strike="noStrike" cap="none">
              <a:solidFill>
                <a:srgbClr val="000000"/>
              </a:solidFill>
              <a:latin typeface="Arial"/>
              <a:ea typeface="Arial"/>
              <a:cs typeface="Arial"/>
              <a:sym typeface="Arial"/>
            </a:endParaRPr>
          </a:p>
          <a:p>
            <a:pPr marL="609600" marR="0" lvl="0" indent="-609600" algn="l" rtl="0">
              <a:lnSpc>
                <a:spcPct val="100000"/>
              </a:lnSpc>
              <a:spcBef>
                <a:spcPts val="480"/>
              </a:spcBef>
              <a:spcAft>
                <a:spcPts val="0"/>
              </a:spcAft>
              <a:buClr>
                <a:schemeClr val="folHlink"/>
              </a:buClr>
              <a:buSzPts val="2160"/>
              <a:buFont typeface="Noto Sans Symbols"/>
              <a:buNone/>
            </a:pPr>
            <a:r>
              <a:rPr lang="en-US" sz="2400" b="0" i="0" u="none" strike="noStrike" cap="none">
                <a:solidFill>
                  <a:schemeClr val="dk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609600" marR="0" lvl="0" indent="-609600" algn="l" rtl="0">
              <a:lnSpc>
                <a:spcPct val="100000"/>
              </a:lnSpc>
              <a:spcBef>
                <a:spcPts val="480"/>
              </a:spcBef>
              <a:spcAft>
                <a:spcPts val="0"/>
              </a:spcAft>
              <a:buClr>
                <a:schemeClr val="folHlink"/>
              </a:buClr>
              <a:buSzPts val="2160"/>
              <a:buFont typeface="Noto Sans Symbols"/>
              <a:buNone/>
            </a:pPr>
            <a:r>
              <a:rPr lang="en-US" sz="2400" b="0" i="0" u="none" strike="noStrike" cap="none">
                <a:solidFill>
                  <a:schemeClr val="dk1"/>
                </a:solidFill>
                <a:latin typeface="Arial"/>
                <a:ea typeface="Arial"/>
                <a:cs typeface="Arial"/>
                <a:sym typeface="Arial"/>
              </a:rPr>
              <a:t>				mantissa 	exponent</a:t>
            </a:r>
            <a:endParaRPr sz="1400" b="0" i="0" u="none" strike="noStrike" cap="none">
              <a:solidFill>
                <a:srgbClr val="000000"/>
              </a:solidFill>
              <a:latin typeface="Arial"/>
              <a:ea typeface="Arial"/>
              <a:cs typeface="Arial"/>
              <a:sym typeface="Arial"/>
            </a:endParaRPr>
          </a:p>
          <a:p>
            <a:pPr marL="609600" marR="0" lvl="0" indent="-609600" algn="l" rtl="0">
              <a:lnSpc>
                <a:spcPct val="100000"/>
              </a:lnSpc>
              <a:spcBef>
                <a:spcPts val="560"/>
              </a:spcBef>
              <a:spcAft>
                <a:spcPts val="0"/>
              </a:spcAft>
              <a:buClr>
                <a:schemeClr val="folHlink"/>
              </a:buClr>
              <a:buSzPts val="2160"/>
              <a:buFont typeface="Noto Sans Symbols"/>
              <a:buNone/>
            </a:pPr>
            <a:r>
              <a:rPr lang="en-US" sz="2400" b="0" i="0" u="none" strike="noStrike" cap="none">
                <a:solidFill>
                  <a:schemeClr val="dk1"/>
                </a:solidFill>
                <a:latin typeface="Arial"/>
                <a:ea typeface="Arial"/>
                <a:cs typeface="Arial"/>
                <a:sym typeface="Arial"/>
              </a:rPr>
              <a:t>Computer memory: 	11100010</a:t>
            </a:r>
            <a:r>
              <a:rPr lang="en-US" sz="2800" b="0" i="0" u="none" strike="noStrike" cap="none">
                <a:solidFill>
                  <a:schemeClr val="dk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
        <p:nvSpPr>
          <p:cNvPr id="186" name="Google Shape;186;p11"/>
          <p:cNvSpPr/>
          <p:nvPr/>
        </p:nvSpPr>
        <p:spPr>
          <a:xfrm>
            <a:off x="3962400" y="4800600"/>
            <a:ext cx="23622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cxnSp>
        <p:nvCxnSpPr>
          <p:cNvPr id="187" name="Google Shape;187;p11"/>
          <p:cNvCxnSpPr/>
          <p:nvPr/>
        </p:nvCxnSpPr>
        <p:spPr>
          <a:xfrm rot="10800000">
            <a:off x="5410200" y="4800600"/>
            <a:ext cx="0" cy="457200"/>
          </a:xfrm>
          <a:prstGeom prst="straightConnector1">
            <a:avLst/>
          </a:prstGeom>
          <a:noFill/>
          <a:ln w="9525" cap="flat" cmpd="sng">
            <a:solidFill>
              <a:schemeClr val="dk1"/>
            </a:solidFill>
            <a:prstDash val="solid"/>
            <a:round/>
            <a:headEnd type="none" w="sm" len="sm"/>
            <a:tailEnd type="none" w="sm" len="sm"/>
          </a:ln>
        </p:spPr>
      </p:cxnSp>
      <p:cxnSp>
        <p:nvCxnSpPr>
          <p:cNvPr id="188" name="Google Shape;188;p11"/>
          <p:cNvCxnSpPr/>
          <p:nvPr/>
        </p:nvCxnSpPr>
        <p:spPr>
          <a:xfrm rot="10800000" flipH="1">
            <a:off x="4343400" y="5257800"/>
            <a:ext cx="228600" cy="457200"/>
          </a:xfrm>
          <a:prstGeom prst="straightConnector1">
            <a:avLst/>
          </a:prstGeom>
          <a:noFill/>
          <a:ln w="9525" cap="flat" cmpd="sng">
            <a:solidFill>
              <a:schemeClr val="dk1"/>
            </a:solidFill>
            <a:prstDash val="solid"/>
            <a:round/>
            <a:headEnd type="none" w="sm" len="sm"/>
            <a:tailEnd type="triangle" w="med" len="med"/>
          </a:ln>
        </p:spPr>
      </p:cxnSp>
      <p:cxnSp>
        <p:nvCxnSpPr>
          <p:cNvPr id="189" name="Google Shape;189;p11"/>
          <p:cNvCxnSpPr/>
          <p:nvPr/>
        </p:nvCxnSpPr>
        <p:spPr>
          <a:xfrm rot="10800000">
            <a:off x="6248400" y="5257800"/>
            <a:ext cx="76200" cy="457200"/>
          </a:xfrm>
          <a:prstGeom prst="straightConnector1">
            <a:avLst/>
          </a:prstGeom>
          <a:noFill/>
          <a:ln w="9525" cap="flat" cmpd="sng">
            <a:solidFill>
              <a:schemeClr val="dk1"/>
            </a:solidFill>
            <a:prstDash val="solid"/>
            <a:round/>
            <a:headEnd type="none" w="sm" len="sm"/>
            <a:tailEnd type="triangle" w="med" len="med"/>
          </a:ln>
        </p:spPr>
      </p:cxn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3"/>
        <p:cNvGrpSpPr/>
        <p:nvPr/>
      </p:nvGrpSpPr>
      <p:grpSpPr>
        <a:xfrm>
          <a:off x="0" y="0"/>
          <a:ext cx="0" cy="0"/>
          <a:chOff x="0" y="0"/>
          <a:chExt cx="0" cy="0"/>
        </a:xfrm>
      </p:grpSpPr>
      <p:sp>
        <p:nvSpPr>
          <p:cNvPr id="194" name="Google Shape;194;p12"/>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SzPts val="1100"/>
              <a:buNone/>
            </a:pPr>
            <a:fld id="{00000000-1234-1234-1234-123412341234}" type="slidenum">
              <a:rPr lang="en-US" sz="1100">
                <a:solidFill>
                  <a:schemeClr val="dk1"/>
                </a:solidFill>
                <a:latin typeface="Arial"/>
                <a:ea typeface="Arial"/>
                <a:cs typeface="Arial"/>
                <a:sym typeface="Arial"/>
              </a:rPr>
              <a:t>12</a:t>
            </a:fld>
            <a:endParaRPr sz="1100">
              <a:solidFill>
                <a:schemeClr val="dk1"/>
              </a:solidFill>
              <a:latin typeface="Arial"/>
              <a:ea typeface="Arial"/>
              <a:cs typeface="Arial"/>
              <a:sym typeface="Arial"/>
            </a:endParaRPr>
          </a:p>
        </p:txBody>
      </p:sp>
      <p:sp>
        <p:nvSpPr>
          <p:cNvPr id="195" name="Google Shape;195;p12"/>
          <p:cNvSpPr/>
          <p:nvPr/>
        </p:nvSpPr>
        <p:spPr>
          <a:xfrm>
            <a:off x="1219200" y="304800"/>
            <a:ext cx="7772400" cy="762000"/>
          </a:xfrm>
          <a:prstGeom prst="rect">
            <a:avLst/>
          </a:prstGeom>
          <a:noFill/>
          <a:ln>
            <a:noFill/>
          </a:ln>
        </p:spPr>
        <p:txBody>
          <a:bodyPr spcFirstLastPara="1" wrap="square" lIns="91425" tIns="45700" rIns="91425" bIns="45700" anchor="b" anchorCtr="1">
            <a:noAutofit/>
          </a:bodyPr>
          <a:lstStyle/>
          <a:p>
            <a:pPr marL="0" marR="0" lvl="0" indent="0" algn="l" rtl="0">
              <a:lnSpc>
                <a:spcPct val="100000"/>
              </a:lnSpc>
              <a:spcBef>
                <a:spcPts val="0"/>
              </a:spcBef>
              <a:spcAft>
                <a:spcPts val="0"/>
              </a:spcAft>
              <a:buClr>
                <a:srgbClr val="000000"/>
              </a:buClr>
              <a:buSzPts val="4400"/>
              <a:buFont typeface="Arial"/>
              <a:buNone/>
            </a:pPr>
            <a:r>
              <a:rPr lang="en-US" sz="4400" b="1" i="0" u="none" strike="noStrike" cap="none">
                <a:solidFill>
                  <a:schemeClr val="dk1"/>
                </a:solidFill>
                <a:latin typeface="Times New Roman"/>
                <a:ea typeface="Times New Roman"/>
                <a:cs typeface="Times New Roman"/>
                <a:sym typeface="Times New Roman"/>
              </a:rPr>
              <a:t>AI as representation </a:t>
            </a:r>
            <a:endParaRPr sz="1400" b="0" i="0" u="none" strike="noStrike" cap="none">
              <a:solidFill>
                <a:srgbClr val="000000"/>
              </a:solidFill>
              <a:latin typeface="Arial"/>
              <a:ea typeface="Arial"/>
              <a:cs typeface="Arial"/>
              <a:sym typeface="Arial"/>
            </a:endParaRPr>
          </a:p>
        </p:txBody>
      </p:sp>
      <p:sp>
        <p:nvSpPr>
          <p:cNvPr id="196" name="Google Shape;196;p12"/>
          <p:cNvSpPr/>
          <p:nvPr/>
        </p:nvSpPr>
        <p:spPr>
          <a:xfrm>
            <a:off x="609600" y="1371600"/>
            <a:ext cx="8001000" cy="5029200"/>
          </a:xfrm>
          <a:prstGeom prst="rect">
            <a:avLst/>
          </a:prstGeom>
          <a:noFill/>
          <a:ln>
            <a:noFill/>
          </a:ln>
        </p:spPr>
        <p:txBody>
          <a:bodyPr spcFirstLastPara="1" wrap="square" lIns="91425" tIns="45700" rIns="91425" bIns="45700" anchor="t" anchorCtr="0">
            <a:noAutofit/>
          </a:bodyPr>
          <a:lstStyle/>
          <a:p>
            <a:pPr marL="609600" marR="0" lvl="0" indent="-609600" algn="ctr" rtl="0">
              <a:lnSpc>
                <a:spcPct val="100000"/>
              </a:lnSpc>
              <a:spcBef>
                <a:spcPts val="0"/>
              </a:spcBef>
              <a:spcAft>
                <a:spcPts val="0"/>
              </a:spcAft>
              <a:buClr>
                <a:schemeClr val="folHlink"/>
              </a:buClr>
              <a:buSzPts val="2520"/>
              <a:buFont typeface="Noto Sans Symbols"/>
              <a:buNone/>
            </a:pPr>
            <a:endParaRPr sz="2800" b="0" i="0" u="none" strike="noStrike" cap="none">
              <a:solidFill>
                <a:schemeClr val="dk1"/>
              </a:solidFill>
              <a:latin typeface="Arial"/>
              <a:ea typeface="Arial"/>
              <a:cs typeface="Arial"/>
              <a:sym typeface="Arial"/>
            </a:endParaRPr>
          </a:p>
          <a:p>
            <a:pPr marL="609600" marR="0" lvl="0" indent="-609600" algn="l" rtl="0">
              <a:lnSpc>
                <a:spcPct val="100000"/>
              </a:lnSpc>
              <a:spcBef>
                <a:spcPts val="560"/>
              </a:spcBef>
              <a:spcAft>
                <a:spcPts val="0"/>
              </a:spcAft>
              <a:buClr>
                <a:schemeClr val="folHlink"/>
              </a:buClr>
              <a:buSzPts val="2520"/>
              <a:buFont typeface="Noto Sans Symbols"/>
              <a:buNone/>
            </a:pPr>
            <a:r>
              <a:rPr lang="en-US" sz="2800" b="0" i="0" u="none" strike="noStrike" cap="none">
                <a:solidFill>
                  <a:schemeClr val="dk1"/>
                </a:solidFill>
                <a:latin typeface="Arial"/>
                <a:ea typeface="Arial"/>
                <a:cs typeface="Arial"/>
                <a:sym typeface="Arial"/>
              </a:rPr>
              <a:t>A representational scheme should:</a:t>
            </a:r>
            <a:endParaRPr sz="1400" b="0" i="0" u="none" strike="noStrike" cap="none">
              <a:solidFill>
                <a:srgbClr val="000000"/>
              </a:solidFill>
              <a:latin typeface="Arial"/>
              <a:ea typeface="Arial"/>
              <a:cs typeface="Arial"/>
              <a:sym typeface="Arial"/>
            </a:endParaRPr>
          </a:p>
          <a:p>
            <a:pPr marL="609600" marR="0" lvl="0" indent="-609600" algn="l" rtl="0">
              <a:lnSpc>
                <a:spcPct val="100000"/>
              </a:lnSpc>
              <a:spcBef>
                <a:spcPts val="560"/>
              </a:spcBef>
              <a:spcAft>
                <a:spcPts val="0"/>
              </a:spcAft>
              <a:buClr>
                <a:schemeClr val="folHlink"/>
              </a:buClr>
              <a:buSzPts val="2520"/>
              <a:buFont typeface="Arial"/>
              <a:buAutoNum type="arabicPeriod"/>
            </a:pPr>
            <a:r>
              <a:rPr lang="en-US" sz="2800" b="0" i="0" u="none" strike="noStrike" cap="none">
                <a:solidFill>
                  <a:schemeClr val="dk1"/>
                </a:solidFill>
                <a:latin typeface="Arial"/>
                <a:ea typeface="Arial"/>
                <a:cs typeface="Arial"/>
                <a:sym typeface="Arial"/>
              </a:rPr>
              <a:t>Be adequate to express all of the necessary information</a:t>
            </a:r>
            <a:endParaRPr sz="1400" b="0" i="0" u="none" strike="noStrike" cap="none">
              <a:solidFill>
                <a:srgbClr val="000000"/>
              </a:solidFill>
              <a:latin typeface="Arial"/>
              <a:ea typeface="Arial"/>
              <a:cs typeface="Arial"/>
              <a:sym typeface="Arial"/>
            </a:endParaRPr>
          </a:p>
          <a:p>
            <a:pPr marL="609600" marR="0" lvl="0" indent="-609600" algn="l" rtl="0">
              <a:lnSpc>
                <a:spcPct val="100000"/>
              </a:lnSpc>
              <a:spcBef>
                <a:spcPts val="560"/>
              </a:spcBef>
              <a:spcAft>
                <a:spcPts val="0"/>
              </a:spcAft>
              <a:buClr>
                <a:schemeClr val="folHlink"/>
              </a:buClr>
              <a:buSzPts val="2520"/>
              <a:buFont typeface="Arial"/>
              <a:buAutoNum type="arabicPeriod"/>
            </a:pPr>
            <a:r>
              <a:rPr lang="en-US" sz="2800" b="0" i="0" u="none" strike="noStrike" cap="none">
                <a:solidFill>
                  <a:schemeClr val="dk1"/>
                </a:solidFill>
                <a:latin typeface="Arial"/>
                <a:ea typeface="Arial"/>
                <a:cs typeface="Arial"/>
                <a:sym typeface="Arial"/>
              </a:rPr>
              <a:t>Support efficient execution of the resulting code</a:t>
            </a:r>
            <a:endParaRPr sz="1400" b="0" i="0" u="none" strike="noStrike" cap="none">
              <a:solidFill>
                <a:srgbClr val="000000"/>
              </a:solidFill>
              <a:latin typeface="Arial"/>
              <a:ea typeface="Arial"/>
              <a:cs typeface="Arial"/>
              <a:sym typeface="Arial"/>
            </a:endParaRPr>
          </a:p>
          <a:p>
            <a:pPr marL="609600" marR="0" lvl="0" indent="-609600" algn="l" rtl="0">
              <a:lnSpc>
                <a:spcPct val="100000"/>
              </a:lnSpc>
              <a:spcBef>
                <a:spcPts val="560"/>
              </a:spcBef>
              <a:spcAft>
                <a:spcPts val="0"/>
              </a:spcAft>
              <a:buClr>
                <a:schemeClr val="folHlink"/>
              </a:buClr>
              <a:buSzPts val="2520"/>
              <a:buFont typeface="Arial"/>
              <a:buAutoNum type="arabicPeriod"/>
            </a:pPr>
            <a:r>
              <a:rPr lang="en-US" sz="2800" b="0" i="0" u="none" strike="noStrike" cap="none">
                <a:solidFill>
                  <a:schemeClr val="dk1"/>
                </a:solidFill>
                <a:latin typeface="Arial"/>
                <a:ea typeface="Arial"/>
                <a:cs typeface="Arial"/>
                <a:sym typeface="Arial"/>
              </a:rPr>
              <a:t>Provide a natural scheme for expressing the required knowledge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00"/>
        <p:cNvGrpSpPr/>
        <p:nvPr/>
      </p:nvGrpSpPr>
      <p:grpSpPr>
        <a:xfrm>
          <a:off x="0" y="0"/>
          <a:ext cx="0" cy="0"/>
          <a:chOff x="0" y="0"/>
          <a:chExt cx="0" cy="0"/>
        </a:xfrm>
      </p:grpSpPr>
      <p:sp>
        <p:nvSpPr>
          <p:cNvPr id="201" name="Google Shape;201;p13"/>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SzPts val="1100"/>
              <a:buNone/>
            </a:pPr>
            <a:fld id="{00000000-1234-1234-1234-123412341234}" type="slidenum">
              <a:rPr lang="en-US" sz="1100">
                <a:solidFill>
                  <a:schemeClr val="dk1"/>
                </a:solidFill>
                <a:latin typeface="Arial"/>
                <a:ea typeface="Arial"/>
                <a:cs typeface="Arial"/>
                <a:sym typeface="Arial"/>
              </a:rPr>
              <a:t>13</a:t>
            </a:fld>
            <a:endParaRPr sz="1100">
              <a:solidFill>
                <a:schemeClr val="dk1"/>
              </a:solidFill>
              <a:latin typeface="Arial"/>
              <a:ea typeface="Arial"/>
              <a:cs typeface="Arial"/>
              <a:sym typeface="Arial"/>
            </a:endParaRPr>
          </a:p>
        </p:txBody>
      </p:sp>
      <p:sp>
        <p:nvSpPr>
          <p:cNvPr id="202" name="Google Shape;202;p13"/>
          <p:cNvSpPr/>
          <p:nvPr/>
        </p:nvSpPr>
        <p:spPr>
          <a:xfrm>
            <a:off x="1371600" y="76200"/>
            <a:ext cx="7772400" cy="990600"/>
          </a:xfrm>
          <a:prstGeom prst="rect">
            <a:avLst/>
          </a:prstGeom>
          <a:noFill/>
          <a:ln>
            <a:noFill/>
          </a:ln>
        </p:spPr>
        <p:txBody>
          <a:bodyPr spcFirstLastPara="1" wrap="square" lIns="91425" tIns="45700" rIns="91425" bIns="45700" anchor="b" anchorCtr="1">
            <a:noAutofit/>
          </a:bodyPr>
          <a:lstStyle/>
          <a:p>
            <a:pPr marL="0" marR="0" lvl="0" indent="0" algn="l" rtl="0">
              <a:lnSpc>
                <a:spcPct val="100000"/>
              </a:lnSpc>
              <a:spcBef>
                <a:spcPts val="0"/>
              </a:spcBef>
              <a:spcAft>
                <a:spcPts val="0"/>
              </a:spcAft>
              <a:buClr>
                <a:srgbClr val="000000"/>
              </a:buClr>
              <a:buSzPts val="4800"/>
              <a:buFont typeface="Arial"/>
              <a:buNone/>
            </a:pPr>
            <a:r>
              <a:rPr lang="en-US" sz="4800" b="1" i="0" u="none" strike="noStrike" cap="none">
                <a:solidFill>
                  <a:srgbClr val="0066FF"/>
                </a:solidFill>
                <a:latin typeface="Times New Roman"/>
                <a:ea typeface="Times New Roman"/>
                <a:cs typeface="Times New Roman"/>
                <a:sym typeface="Times New Roman"/>
              </a:rPr>
              <a:t>AI as representation</a:t>
            </a:r>
            <a:endParaRPr sz="1400" b="0" i="0" u="none" strike="noStrike" cap="none">
              <a:solidFill>
                <a:srgbClr val="000000"/>
              </a:solidFill>
              <a:latin typeface="Arial"/>
              <a:ea typeface="Arial"/>
              <a:cs typeface="Arial"/>
              <a:sym typeface="Arial"/>
            </a:endParaRPr>
          </a:p>
        </p:txBody>
      </p:sp>
      <p:sp>
        <p:nvSpPr>
          <p:cNvPr id="203" name="Google Shape;203;p13"/>
          <p:cNvSpPr/>
          <p:nvPr/>
        </p:nvSpPr>
        <p:spPr>
          <a:xfrm>
            <a:off x="838200" y="1828800"/>
            <a:ext cx="8001000" cy="5029200"/>
          </a:xfrm>
          <a:prstGeom prst="rect">
            <a:avLst/>
          </a:prstGeom>
          <a:noFill/>
          <a:ln>
            <a:noFill/>
          </a:ln>
        </p:spPr>
        <p:txBody>
          <a:bodyPr spcFirstLastPara="1" wrap="square" lIns="91425" tIns="45700" rIns="91425" bIns="45700" anchor="t" anchorCtr="0">
            <a:noAutofit/>
          </a:bodyPr>
          <a:lstStyle/>
          <a:p>
            <a:pPr marL="609600" marR="0" lvl="0" indent="-609600" algn="l" rtl="0">
              <a:lnSpc>
                <a:spcPct val="90000"/>
              </a:lnSpc>
              <a:spcBef>
                <a:spcPts val="0"/>
              </a:spcBef>
              <a:spcAft>
                <a:spcPts val="0"/>
              </a:spcAft>
              <a:buClr>
                <a:schemeClr val="folHlink"/>
              </a:buClr>
              <a:buSzPts val="2160"/>
              <a:buFont typeface="Noto Sans Symbols"/>
              <a:buNone/>
            </a:pPr>
            <a:r>
              <a:rPr lang="en-US" sz="2400" b="0" i="0" u="none" strike="noStrike" cap="none">
                <a:solidFill>
                  <a:schemeClr val="dk1"/>
                </a:solidFill>
                <a:latin typeface="Arial"/>
                <a:ea typeface="Arial"/>
                <a:cs typeface="Arial"/>
                <a:sym typeface="Arial"/>
              </a:rPr>
              <a:t>To support all these needs, AI representation language must:</a:t>
            </a:r>
            <a:endParaRPr sz="1400" b="0" i="0" u="none" strike="noStrike" cap="none">
              <a:solidFill>
                <a:srgbClr val="000000"/>
              </a:solidFill>
              <a:latin typeface="Arial"/>
              <a:ea typeface="Arial"/>
              <a:cs typeface="Arial"/>
              <a:sym typeface="Arial"/>
            </a:endParaRPr>
          </a:p>
          <a:p>
            <a:pPr marL="609600" marR="0" lvl="0" indent="-609600" algn="l" rtl="0">
              <a:lnSpc>
                <a:spcPct val="100000"/>
              </a:lnSpc>
              <a:spcBef>
                <a:spcPts val="480"/>
              </a:spcBef>
              <a:spcAft>
                <a:spcPts val="0"/>
              </a:spcAft>
              <a:buClr>
                <a:schemeClr val="folHlink"/>
              </a:buClr>
              <a:buSzPts val="2160"/>
              <a:buFont typeface="Arial"/>
              <a:buAutoNum type="arabicPeriod"/>
            </a:pPr>
            <a:r>
              <a:rPr lang="en-US" sz="2400" b="0" i="0" u="none" strike="noStrike" cap="none">
                <a:solidFill>
                  <a:schemeClr val="dk1"/>
                </a:solidFill>
                <a:latin typeface="Arial"/>
                <a:ea typeface="Arial"/>
                <a:cs typeface="Arial"/>
                <a:sym typeface="Arial"/>
              </a:rPr>
              <a:t>Handle qualitative knowledge-(reasoning) </a:t>
            </a:r>
            <a:r>
              <a:rPr lang="en-US" sz="2400" b="0" i="0" u="none" strike="noStrike" cap="none">
                <a:solidFill>
                  <a:srgbClr val="FF0000"/>
                </a:solidFill>
                <a:latin typeface="Arial"/>
                <a:ea typeface="Arial"/>
                <a:cs typeface="Arial"/>
                <a:sym typeface="Arial"/>
              </a:rPr>
              <a:t>spatial</a:t>
            </a:r>
            <a:endParaRPr sz="1400" b="0" i="0" u="none" strike="noStrike" cap="none">
              <a:solidFill>
                <a:srgbClr val="000000"/>
              </a:solidFill>
              <a:latin typeface="Arial"/>
              <a:ea typeface="Arial"/>
              <a:cs typeface="Arial"/>
              <a:sym typeface="Arial"/>
            </a:endParaRPr>
          </a:p>
          <a:p>
            <a:pPr marL="609600" marR="0" lvl="0" indent="-609600" algn="l" rtl="0">
              <a:lnSpc>
                <a:spcPct val="100000"/>
              </a:lnSpc>
              <a:spcBef>
                <a:spcPts val="48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				c</a:t>
            </a:r>
            <a:endParaRPr sz="1400" b="0" i="0" u="none" strike="noStrike" cap="none">
              <a:solidFill>
                <a:srgbClr val="000000"/>
              </a:solidFill>
              <a:latin typeface="Arial"/>
              <a:ea typeface="Arial"/>
              <a:cs typeface="Arial"/>
              <a:sym typeface="Arial"/>
            </a:endParaRPr>
          </a:p>
          <a:p>
            <a:pPr marL="609600" marR="0" lvl="0" indent="-609600" algn="l" rtl="0">
              <a:lnSpc>
                <a:spcPct val="100000"/>
              </a:lnSpc>
              <a:spcBef>
                <a:spcPts val="48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			a	b</a:t>
            </a:r>
            <a:endParaRPr sz="1400" b="0" i="0" u="none" strike="noStrike" cap="none">
              <a:solidFill>
                <a:srgbClr val="000000"/>
              </a:solidFill>
              <a:latin typeface="Arial"/>
              <a:ea typeface="Arial"/>
              <a:cs typeface="Arial"/>
              <a:sym typeface="Arial"/>
            </a:endParaRPr>
          </a:p>
          <a:p>
            <a:pPr marL="609600" marR="0" lvl="0" indent="-609600" algn="l" rtl="0">
              <a:lnSpc>
                <a:spcPct val="100000"/>
              </a:lnSpc>
              <a:spcBef>
                <a:spcPts val="48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a:p>
            <a:pPr marL="609600" marR="0" lvl="0" indent="-609600" algn="l" rtl="0">
              <a:lnSpc>
                <a:spcPct val="100000"/>
              </a:lnSpc>
              <a:spcBef>
                <a:spcPts val="48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		clear(c),clear(a), ontable(a), ontable(b)</a:t>
            </a:r>
            <a:endParaRPr sz="1400" b="0" i="0" u="none" strike="noStrike" cap="none">
              <a:solidFill>
                <a:srgbClr val="000000"/>
              </a:solidFill>
              <a:latin typeface="Arial"/>
              <a:ea typeface="Arial"/>
              <a:cs typeface="Arial"/>
              <a:sym typeface="Arial"/>
            </a:endParaRPr>
          </a:p>
          <a:p>
            <a:pPr marL="609600" marR="0" lvl="0" indent="-609600" algn="l" rtl="0">
              <a:lnSpc>
                <a:spcPct val="100000"/>
              </a:lnSpc>
              <a:spcBef>
                <a:spcPts val="48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		on(c,b), cube(a), cube(b), pyramid(c)</a:t>
            </a:r>
            <a:endParaRPr sz="1400" b="0" i="0" u="none" strike="noStrike" cap="none">
              <a:solidFill>
                <a:srgbClr val="000000"/>
              </a:solidFill>
              <a:latin typeface="Arial"/>
              <a:ea typeface="Arial"/>
              <a:cs typeface="Arial"/>
              <a:sym typeface="Arial"/>
            </a:endParaRPr>
          </a:p>
          <a:p>
            <a:pPr marL="609600" marR="0" lvl="0" indent="-609600" algn="l" rtl="0">
              <a:lnSpc>
                <a:spcPct val="100000"/>
              </a:lnSpc>
              <a:spcBef>
                <a:spcPts val="480"/>
              </a:spcBef>
              <a:spcAft>
                <a:spcPts val="0"/>
              </a:spcAft>
              <a:buClr>
                <a:srgbClr val="000000"/>
              </a:buClr>
              <a:buSzPts val="2400"/>
              <a:buFont typeface="Arial"/>
              <a:buNone/>
            </a:pPr>
            <a:endParaRPr sz="2400" b="0" i="0" u="none" strike="noStrike" cap="none">
              <a:solidFill>
                <a:schemeClr val="dk1"/>
              </a:solidFill>
              <a:latin typeface="Arial"/>
              <a:ea typeface="Arial"/>
              <a:cs typeface="Arial"/>
              <a:sym typeface="Arial"/>
            </a:endParaRPr>
          </a:p>
          <a:p>
            <a:pPr marL="609600" marR="0" lvl="0" indent="-609600" algn="l" rtl="0">
              <a:lnSpc>
                <a:spcPct val="100000"/>
              </a:lnSpc>
              <a:spcBef>
                <a:spcPts val="48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Predicates : clear, ontable, on, cube, pyramid</a:t>
            </a:r>
            <a:endParaRPr sz="1400" b="0" i="0" u="none" strike="noStrike" cap="none">
              <a:solidFill>
                <a:srgbClr val="000000"/>
              </a:solidFill>
              <a:latin typeface="Arial"/>
              <a:ea typeface="Arial"/>
              <a:cs typeface="Arial"/>
              <a:sym typeface="Arial"/>
            </a:endParaRPr>
          </a:p>
        </p:txBody>
      </p:sp>
      <p:sp>
        <p:nvSpPr>
          <p:cNvPr id="204" name="Google Shape;204;p13"/>
          <p:cNvSpPr/>
          <p:nvPr/>
        </p:nvSpPr>
        <p:spPr>
          <a:xfrm>
            <a:off x="2362200" y="3276600"/>
            <a:ext cx="533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205" name="Google Shape;205;p13"/>
          <p:cNvSpPr/>
          <p:nvPr/>
        </p:nvSpPr>
        <p:spPr>
          <a:xfrm>
            <a:off x="3276600" y="3276600"/>
            <a:ext cx="533400" cy="457200"/>
          </a:xfrm>
          <a:prstGeom prst="rect">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206" name="Google Shape;206;p13"/>
          <p:cNvGrpSpPr/>
          <p:nvPr/>
        </p:nvGrpSpPr>
        <p:grpSpPr>
          <a:xfrm>
            <a:off x="3276600" y="2895600"/>
            <a:ext cx="609600" cy="304800"/>
            <a:chOff x="1248" y="2784"/>
            <a:chExt cx="384" cy="192"/>
          </a:xfrm>
        </p:grpSpPr>
        <p:cxnSp>
          <p:nvCxnSpPr>
            <p:cNvPr id="207" name="Google Shape;207;p13"/>
            <p:cNvCxnSpPr/>
            <p:nvPr/>
          </p:nvCxnSpPr>
          <p:spPr>
            <a:xfrm flipH="1">
              <a:off x="1248" y="2784"/>
              <a:ext cx="192" cy="192"/>
            </a:xfrm>
            <a:prstGeom prst="straightConnector1">
              <a:avLst/>
            </a:prstGeom>
            <a:noFill/>
            <a:ln w="9525" cap="flat" cmpd="sng">
              <a:solidFill>
                <a:schemeClr val="dk1"/>
              </a:solidFill>
              <a:prstDash val="solid"/>
              <a:round/>
              <a:headEnd type="none" w="sm" len="sm"/>
              <a:tailEnd type="none" w="sm" len="sm"/>
            </a:ln>
          </p:spPr>
        </p:cxnSp>
        <p:cxnSp>
          <p:nvCxnSpPr>
            <p:cNvPr id="208" name="Google Shape;208;p13"/>
            <p:cNvCxnSpPr/>
            <p:nvPr/>
          </p:nvCxnSpPr>
          <p:spPr>
            <a:xfrm>
              <a:off x="1440" y="2784"/>
              <a:ext cx="192" cy="192"/>
            </a:xfrm>
            <a:prstGeom prst="straightConnector1">
              <a:avLst/>
            </a:prstGeom>
            <a:noFill/>
            <a:ln w="9525" cap="flat" cmpd="sng">
              <a:solidFill>
                <a:schemeClr val="dk1"/>
              </a:solidFill>
              <a:prstDash val="solid"/>
              <a:round/>
              <a:headEnd type="none" w="sm" len="sm"/>
              <a:tailEnd type="none" w="sm" len="sm"/>
            </a:ln>
          </p:spPr>
        </p:cxnSp>
        <p:cxnSp>
          <p:nvCxnSpPr>
            <p:cNvPr id="209" name="Google Shape;209;p13"/>
            <p:cNvCxnSpPr/>
            <p:nvPr/>
          </p:nvCxnSpPr>
          <p:spPr>
            <a:xfrm>
              <a:off x="1248" y="2976"/>
              <a:ext cx="384" cy="0"/>
            </a:xfrm>
            <a:prstGeom prst="straightConnector1">
              <a:avLst/>
            </a:prstGeom>
            <a:noFill/>
            <a:ln w="9525" cap="flat" cmpd="sng">
              <a:solidFill>
                <a:schemeClr val="dk1"/>
              </a:solidFill>
              <a:prstDash val="solid"/>
              <a:round/>
              <a:headEnd type="none" w="sm" len="sm"/>
              <a:tailEnd type="none" w="sm" len="sm"/>
            </a:ln>
          </p:spPr>
        </p:cxnSp>
      </p:grpSp>
      <p:cxnSp>
        <p:nvCxnSpPr>
          <p:cNvPr id="210" name="Google Shape;210;p13"/>
          <p:cNvCxnSpPr/>
          <p:nvPr/>
        </p:nvCxnSpPr>
        <p:spPr>
          <a:xfrm>
            <a:off x="2057400" y="3733800"/>
            <a:ext cx="2133600" cy="0"/>
          </a:xfrm>
          <a:prstGeom prst="straightConnector1">
            <a:avLst/>
          </a:prstGeom>
          <a:noFill/>
          <a:ln w="9525" cap="flat" cmpd="sng">
            <a:solidFill>
              <a:schemeClr val="dk1"/>
            </a:solidFill>
            <a:prstDash val="solid"/>
            <a:round/>
            <a:headEnd type="none" w="sm" len="sm"/>
            <a:tailEnd type="none" w="sm" len="sm"/>
          </a:ln>
        </p:spPr>
      </p:cxn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14"/>
        <p:cNvGrpSpPr/>
        <p:nvPr/>
      </p:nvGrpSpPr>
      <p:grpSpPr>
        <a:xfrm>
          <a:off x="0" y="0"/>
          <a:ext cx="0" cy="0"/>
          <a:chOff x="0" y="0"/>
          <a:chExt cx="0" cy="0"/>
        </a:xfrm>
      </p:grpSpPr>
      <p:sp>
        <p:nvSpPr>
          <p:cNvPr id="215" name="Google Shape;215;p14"/>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SzPts val="1100"/>
              <a:buNone/>
            </a:pPr>
            <a:fld id="{00000000-1234-1234-1234-123412341234}" type="slidenum">
              <a:rPr lang="en-US" sz="1100">
                <a:solidFill>
                  <a:schemeClr val="dk1"/>
                </a:solidFill>
                <a:latin typeface="Arial"/>
                <a:ea typeface="Arial"/>
                <a:cs typeface="Arial"/>
                <a:sym typeface="Arial"/>
              </a:rPr>
              <a:t>14</a:t>
            </a:fld>
            <a:endParaRPr sz="1100">
              <a:solidFill>
                <a:schemeClr val="dk1"/>
              </a:solidFill>
              <a:latin typeface="Arial"/>
              <a:ea typeface="Arial"/>
              <a:cs typeface="Arial"/>
              <a:sym typeface="Arial"/>
            </a:endParaRPr>
          </a:p>
        </p:txBody>
      </p:sp>
      <p:sp>
        <p:nvSpPr>
          <p:cNvPr id="216" name="Google Shape;216;p14"/>
          <p:cNvSpPr/>
          <p:nvPr/>
        </p:nvSpPr>
        <p:spPr>
          <a:xfrm>
            <a:off x="914400" y="1752600"/>
            <a:ext cx="7848600" cy="5257800"/>
          </a:xfrm>
          <a:prstGeom prst="rect">
            <a:avLst/>
          </a:prstGeom>
          <a:noFill/>
          <a:ln>
            <a:noFill/>
          </a:ln>
        </p:spPr>
        <p:txBody>
          <a:bodyPr spcFirstLastPara="1" wrap="square" lIns="91425" tIns="45700" rIns="91425" bIns="45700" anchor="t" anchorCtr="0">
            <a:noAutofit/>
          </a:bodyPr>
          <a:lstStyle/>
          <a:p>
            <a:pPr marL="609600" marR="0" lvl="0" indent="-609600" algn="l" rtl="0">
              <a:lnSpc>
                <a:spcPct val="80000"/>
              </a:lnSpc>
              <a:spcBef>
                <a:spcPts val="0"/>
              </a:spcBef>
              <a:spcAft>
                <a:spcPts val="0"/>
              </a:spcAft>
              <a:buClr>
                <a:schemeClr val="folHlink"/>
              </a:buClr>
              <a:buSzPts val="1800"/>
              <a:buFont typeface="Noto Sans Symbols"/>
              <a:buNone/>
            </a:pPr>
            <a:r>
              <a:rPr lang="en-US" sz="2000" b="0" i="0" u="none" strike="noStrike" cap="none">
                <a:solidFill>
                  <a:schemeClr val="dk1"/>
                </a:solidFill>
                <a:latin typeface="Arial"/>
                <a:ea typeface="Arial"/>
                <a:cs typeface="Arial"/>
                <a:sym typeface="Arial"/>
              </a:rPr>
              <a:t>2. Allow new knowledge to be inferred from set of facts and rules</a:t>
            </a:r>
            <a:endParaRPr sz="1400" b="0" i="0" u="none" strike="noStrike" cap="none">
              <a:solidFill>
                <a:srgbClr val="000000"/>
              </a:solidFill>
              <a:latin typeface="Arial"/>
              <a:ea typeface="Arial"/>
              <a:cs typeface="Arial"/>
              <a:sym typeface="Arial"/>
            </a:endParaRPr>
          </a:p>
          <a:p>
            <a:pPr marL="609600" marR="0" lvl="0" indent="-609600" algn="l" rtl="0">
              <a:lnSpc>
                <a:spcPct val="80000"/>
              </a:lnSpc>
              <a:spcBef>
                <a:spcPts val="400"/>
              </a:spcBef>
              <a:spcAft>
                <a:spcPts val="0"/>
              </a:spcAft>
              <a:buClr>
                <a:schemeClr val="folHlink"/>
              </a:buClr>
              <a:buSzPts val="1800"/>
              <a:buFont typeface="Noto Sans Symbols"/>
              <a:buNone/>
            </a:pPr>
            <a:r>
              <a:rPr lang="en-US" sz="2000" b="0" i="0" u="none" strike="noStrike" cap="none">
                <a:solidFill>
                  <a:schemeClr val="dk1"/>
                </a:solidFill>
                <a:latin typeface="Arial"/>
                <a:ea typeface="Arial"/>
                <a:cs typeface="Arial"/>
                <a:sym typeface="Arial"/>
              </a:rPr>
              <a:t>			 </a:t>
            </a:r>
            <a:r>
              <a:rPr lang="en-US" sz="2000" b="0" i="1" u="none" strike="noStrike" cap="none">
                <a:solidFill>
                  <a:schemeClr val="dk1"/>
                </a:solidFill>
                <a:latin typeface="Arial"/>
                <a:ea typeface="Arial"/>
                <a:cs typeface="Arial"/>
                <a:sym typeface="Arial"/>
              </a:rPr>
              <a:t>∀</a:t>
            </a:r>
            <a:r>
              <a:rPr lang="en-US" sz="2000" b="0" i="0" u="none" strike="noStrike" cap="none">
                <a:solidFill>
                  <a:schemeClr val="dk1"/>
                </a:solidFill>
                <a:latin typeface="Arial"/>
                <a:ea typeface="Arial"/>
                <a:cs typeface="Arial"/>
                <a:sym typeface="Arial"/>
              </a:rPr>
              <a:t> X ¬ </a:t>
            </a:r>
            <a:r>
              <a:rPr lang="en-US" sz="2000" b="0" i="0" u="none" strike="noStrike" cap="none">
                <a:solidFill>
                  <a:schemeClr val="dk1"/>
                </a:solidFill>
                <a:latin typeface="Noto Sans Symbols"/>
                <a:ea typeface="Noto Sans Symbols"/>
                <a:cs typeface="Noto Sans Symbols"/>
                <a:sym typeface="Noto Sans Symbols"/>
              </a:rPr>
              <a:t>∃</a:t>
            </a:r>
            <a:r>
              <a:rPr lang="en-US" sz="2000" b="0" i="0" u="none" strike="noStrike" cap="none">
                <a:solidFill>
                  <a:schemeClr val="dk1"/>
                </a:solidFill>
                <a:latin typeface="Arial"/>
                <a:ea typeface="Arial"/>
                <a:cs typeface="Arial"/>
                <a:sym typeface="Arial"/>
              </a:rPr>
              <a:t>Y on(X,Y) 🡺 clear (X)</a:t>
            </a:r>
            <a:endParaRPr sz="1400" b="0" i="0" u="none" strike="noStrike" cap="none">
              <a:solidFill>
                <a:srgbClr val="000000"/>
              </a:solidFill>
              <a:latin typeface="Arial"/>
              <a:ea typeface="Arial"/>
              <a:cs typeface="Arial"/>
              <a:sym typeface="Arial"/>
            </a:endParaRPr>
          </a:p>
          <a:p>
            <a:pPr marL="609600" marR="0" lvl="0" indent="-609600" algn="l" rtl="0">
              <a:lnSpc>
                <a:spcPct val="80000"/>
              </a:lnSpc>
              <a:spcBef>
                <a:spcPts val="400"/>
              </a:spcBef>
              <a:spcAft>
                <a:spcPts val="0"/>
              </a:spcAft>
              <a:buClr>
                <a:schemeClr val="folHlink"/>
              </a:buClr>
              <a:buSzPts val="1800"/>
              <a:buFont typeface="Noto Sans Symbols"/>
              <a:buNone/>
            </a:pPr>
            <a:endParaRPr sz="2000" b="0" i="0" u="none" strike="noStrike" cap="none">
              <a:solidFill>
                <a:schemeClr val="dk1"/>
              </a:solidFill>
              <a:latin typeface="Arial"/>
              <a:ea typeface="Arial"/>
              <a:cs typeface="Arial"/>
              <a:sym typeface="Arial"/>
            </a:endParaRPr>
          </a:p>
          <a:p>
            <a:pPr marL="609600" marR="0" lvl="0" indent="-609600" algn="l" rtl="0">
              <a:lnSpc>
                <a:spcPct val="80000"/>
              </a:lnSpc>
              <a:spcBef>
                <a:spcPts val="320"/>
              </a:spcBef>
              <a:spcAft>
                <a:spcPts val="0"/>
              </a:spcAft>
              <a:buClr>
                <a:schemeClr val="folHlink"/>
              </a:buClr>
              <a:buSzPts val="1440"/>
              <a:buFont typeface="Noto Sans Symbols"/>
              <a:buNone/>
            </a:pPr>
            <a:endParaRPr sz="1600" b="0" i="0" u="none" strike="noStrike" cap="none">
              <a:solidFill>
                <a:srgbClr val="FF0000"/>
              </a:solidFill>
              <a:latin typeface="Arial"/>
              <a:ea typeface="Arial"/>
              <a:cs typeface="Arial"/>
              <a:sym typeface="Arial"/>
            </a:endParaRPr>
          </a:p>
          <a:p>
            <a:pPr marL="609600" marR="0" lvl="0" indent="-609600" algn="l" rtl="0">
              <a:lnSpc>
                <a:spcPct val="80000"/>
              </a:lnSpc>
              <a:spcBef>
                <a:spcPts val="400"/>
              </a:spcBef>
              <a:spcAft>
                <a:spcPts val="0"/>
              </a:spcAft>
              <a:buClr>
                <a:schemeClr val="folHlink"/>
              </a:buClr>
              <a:buSzPts val="1800"/>
              <a:buFont typeface="Noto Sans Symbols"/>
              <a:buNone/>
            </a:pPr>
            <a:r>
              <a:rPr lang="en-US" sz="2000" b="0" i="0" u="none" strike="noStrike" cap="none">
                <a:solidFill>
                  <a:schemeClr val="dk1"/>
                </a:solidFill>
                <a:latin typeface="Arial"/>
                <a:ea typeface="Arial"/>
                <a:cs typeface="Arial"/>
                <a:sym typeface="Arial"/>
              </a:rPr>
              <a:t>3. Allow representation of general principles as well as specific solutions</a:t>
            </a:r>
            <a:endParaRPr sz="1400" b="0" i="0" u="none" strike="noStrike" cap="none">
              <a:solidFill>
                <a:srgbClr val="000000"/>
              </a:solidFill>
              <a:latin typeface="Arial"/>
              <a:ea typeface="Arial"/>
              <a:cs typeface="Arial"/>
              <a:sym typeface="Arial"/>
            </a:endParaRPr>
          </a:p>
          <a:p>
            <a:pPr marL="609600" marR="0" lvl="0" indent="-609600" algn="l" rtl="0">
              <a:lnSpc>
                <a:spcPct val="80000"/>
              </a:lnSpc>
              <a:spcBef>
                <a:spcPts val="400"/>
              </a:spcBef>
              <a:spcAft>
                <a:spcPts val="0"/>
              </a:spcAft>
              <a:buClr>
                <a:schemeClr val="folHlink"/>
              </a:buClr>
              <a:buSzPts val="1800"/>
              <a:buFont typeface="Noto Sans Symbols"/>
              <a:buNone/>
            </a:pPr>
            <a:endParaRPr sz="2000" b="0" i="0" u="none" strike="noStrike" cap="none">
              <a:solidFill>
                <a:schemeClr val="dk1"/>
              </a:solidFill>
              <a:latin typeface="Arial"/>
              <a:ea typeface="Arial"/>
              <a:cs typeface="Arial"/>
              <a:sym typeface="Arial"/>
            </a:endParaRPr>
          </a:p>
          <a:p>
            <a:pPr marL="609600" marR="0" lvl="0" indent="-609600" algn="l" rtl="0">
              <a:lnSpc>
                <a:spcPct val="80000"/>
              </a:lnSpc>
              <a:spcBef>
                <a:spcPts val="400"/>
              </a:spcBef>
              <a:spcAft>
                <a:spcPts val="0"/>
              </a:spcAft>
              <a:buClr>
                <a:schemeClr val="folHlink"/>
              </a:buClr>
              <a:buSzPts val="1800"/>
              <a:buFont typeface="Noto Sans Symbols"/>
              <a:buNone/>
            </a:pPr>
            <a:r>
              <a:rPr lang="en-US" sz="2000" b="0" i="0" u="none" strike="noStrike" cap="none">
                <a:solidFill>
                  <a:schemeClr val="dk1"/>
                </a:solidFill>
                <a:latin typeface="Arial"/>
                <a:ea typeface="Arial"/>
                <a:cs typeface="Arial"/>
                <a:sym typeface="Arial"/>
              </a:rPr>
              <a:t>4. Capture complex semantic meaning</a:t>
            </a:r>
            <a:endParaRPr sz="1400" b="0" i="0" u="none" strike="noStrike" cap="none">
              <a:solidFill>
                <a:srgbClr val="000000"/>
              </a:solidFill>
              <a:latin typeface="Arial"/>
              <a:ea typeface="Arial"/>
              <a:cs typeface="Arial"/>
              <a:sym typeface="Arial"/>
            </a:endParaRPr>
          </a:p>
          <a:p>
            <a:pPr marL="609600" marR="0" lvl="0" indent="-609600" algn="l" rtl="0">
              <a:lnSpc>
                <a:spcPct val="80000"/>
              </a:lnSpc>
              <a:spcBef>
                <a:spcPts val="400"/>
              </a:spcBef>
              <a:spcAft>
                <a:spcPts val="0"/>
              </a:spcAft>
              <a:buClr>
                <a:schemeClr val="folHlink"/>
              </a:buClr>
              <a:buSzPts val="1800"/>
              <a:buFont typeface="Noto Sans Symbols"/>
              <a:buNone/>
            </a:pPr>
            <a:r>
              <a:rPr lang="en-US" sz="2000" b="0" i="0" u="none" strike="noStrike" cap="none">
                <a:solidFill>
                  <a:schemeClr val="dk1"/>
                </a:solidFill>
                <a:latin typeface="Arial"/>
                <a:ea typeface="Arial"/>
                <a:cs typeface="Arial"/>
                <a:sym typeface="Arial"/>
              </a:rPr>
              <a:t>	hassize(bluebird, small), hascovering(bird,feathers), hascolor(bluebird,blue), hasproperty(bird,flies)</a:t>
            </a:r>
            <a:endParaRPr sz="1400" b="0" i="0" u="none" strike="noStrike" cap="none">
              <a:solidFill>
                <a:srgbClr val="000000"/>
              </a:solidFill>
              <a:latin typeface="Arial"/>
              <a:ea typeface="Arial"/>
              <a:cs typeface="Arial"/>
              <a:sym typeface="Arial"/>
            </a:endParaRPr>
          </a:p>
          <a:p>
            <a:pPr marL="609600" marR="0" lvl="0" indent="-609600" algn="l" rtl="0">
              <a:lnSpc>
                <a:spcPct val="80000"/>
              </a:lnSpc>
              <a:spcBef>
                <a:spcPts val="400"/>
              </a:spcBef>
              <a:spcAft>
                <a:spcPts val="0"/>
              </a:spcAft>
              <a:buClr>
                <a:schemeClr val="folHlink"/>
              </a:buClr>
              <a:buSzPts val="1800"/>
              <a:buFont typeface="Noto Sans Symbols"/>
              <a:buNone/>
            </a:pPr>
            <a:endParaRPr sz="2000" b="0" i="0" u="none" strike="noStrike" cap="none">
              <a:solidFill>
                <a:schemeClr val="dk1"/>
              </a:solidFill>
              <a:latin typeface="Arial"/>
              <a:ea typeface="Arial"/>
              <a:cs typeface="Arial"/>
              <a:sym typeface="Arial"/>
            </a:endParaRPr>
          </a:p>
          <a:p>
            <a:pPr marL="609600" marR="0" lvl="0" indent="-609600" algn="l" rtl="0">
              <a:lnSpc>
                <a:spcPct val="80000"/>
              </a:lnSpc>
              <a:spcBef>
                <a:spcPts val="400"/>
              </a:spcBef>
              <a:spcAft>
                <a:spcPts val="0"/>
              </a:spcAft>
              <a:buClr>
                <a:schemeClr val="folHlink"/>
              </a:buClr>
              <a:buSzPts val="1800"/>
              <a:buFont typeface="Noto Sans Symbols"/>
              <a:buNone/>
            </a:pPr>
            <a:r>
              <a:rPr lang="en-US" sz="2000" b="0" i="0" u="none" strike="noStrike" cap="none">
                <a:solidFill>
                  <a:schemeClr val="dk1"/>
                </a:solidFill>
                <a:latin typeface="Arial"/>
                <a:ea typeface="Arial"/>
                <a:cs typeface="Arial"/>
                <a:sym typeface="Arial"/>
              </a:rPr>
              <a:t>5. Allow for meta-level reasoning</a:t>
            </a:r>
            <a:endParaRPr sz="1400" b="0" i="0" u="none" strike="noStrike" cap="none">
              <a:solidFill>
                <a:srgbClr val="000000"/>
              </a:solidFill>
              <a:latin typeface="Arial"/>
              <a:ea typeface="Arial"/>
              <a:cs typeface="Arial"/>
              <a:sym typeface="Arial"/>
            </a:endParaRPr>
          </a:p>
          <a:p>
            <a:pPr marL="609600" marR="0" lvl="0" indent="-609600" algn="l" rtl="0">
              <a:lnSpc>
                <a:spcPct val="80000"/>
              </a:lnSpc>
              <a:spcBef>
                <a:spcPts val="400"/>
              </a:spcBef>
              <a:spcAft>
                <a:spcPts val="0"/>
              </a:spcAft>
              <a:buClr>
                <a:schemeClr val="folHlink"/>
              </a:buClr>
              <a:buSzPts val="1800"/>
              <a:buFont typeface="Noto Sans Symbols"/>
              <a:buNone/>
            </a:pPr>
            <a:r>
              <a:rPr lang="en-US" sz="2000" b="0" i="0" u="none" strike="noStrike" cap="none">
                <a:solidFill>
                  <a:schemeClr val="dk1"/>
                </a:solidFill>
                <a:latin typeface="Arial"/>
                <a:ea typeface="Arial"/>
                <a:cs typeface="Arial"/>
                <a:sym typeface="Arial"/>
              </a:rPr>
              <a:t>	“knowing about what you know” – meta-knowledge</a:t>
            </a:r>
            <a:endParaRPr sz="1400" b="0" i="0" u="none" strike="noStrike" cap="none">
              <a:solidFill>
                <a:srgbClr val="000000"/>
              </a:solidFill>
              <a:latin typeface="Arial"/>
              <a:ea typeface="Arial"/>
              <a:cs typeface="Arial"/>
              <a:sym typeface="Arial"/>
            </a:endParaRPr>
          </a:p>
        </p:txBody>
      </p:sp>
      <p:sp>
        <p:nvSpPr>
          <p:cNvPr id="217" name="Google Shape;217;p14"/>
          <p:cNvSpPr/>
          <p:nvPr/>
        </p:nvSpPr>
        <p:spPr>
          <a:xfrm>
            <a:off x="533400" y="0"/>
            <a:ext cx="7772400" cy="990600"/>
          </a:xfrm>
          <a:prstGeom prst="rect">
            <a:avLst/>
          </a:prstGeom>
          <a:noFill/>
          <a:ln>
            <a:noFill/>
          </a:ln>
        </p:spPr>
        <p:txBody>
          <a:bodyPr spcFirstLastPara="1" wrap="square" lIns="91425" tIns="45700" rIns="91425" bIns="45700" anchor="b" anchorCtr="1">
            <a:noAutofit/>
          </a:bodyPr>
          <a:lstStyle/>
          <a:p>
            <a:pPr marL="0" marR="0" lvl="0" indent="0" algn="l" rtl="0">
              <a:lnSpc>
                <a:spcPct val="100000"/>
              </a:lnSpc>
              <a:spcBef>
                <a:spcPts val="0"/>
              </a:spcBef>
              <a:spcAft>
                <a:spcPts val="0"/>
              </a:spcAft>
              <a:buClr>
                <a:srgbClr val="000000"/>
              </a:buClr>
              <a:buSzPts val="4800"/>
              <a:buFont typeface="Arial"/>
              <a:buNone/>
            </a:pPr>
            <a:r>
              <a:rPr lang="en-US" sz="4800" b="1" i="0" u="none" strike="noStrike" cap="none">
                <a:solidFill>
                  <a:schemeClr val="dk1"/>
                </a:solidFill>
                <a:latin typeface="Times New Roman"/>
                <a:ea typeface="Times New Roman"/>
                <a:cs typeface="Times New Roman"/>
                <a:sym typeface="Times New Roman"/>
              </a:rPr>
              <a:t>AI as representation</a:t>
            </a:r>
            <a:endParaRPr sz="1400" b="0" i="0" u="none" strike="noStrike" cap="none">
              <a:solidFill>
                <a:srgbClr val="000000"/>
              </a:solidFill>
              <a:latin typeface="Arial"/>
              <a:ea typeface="Arial"/>
              <a:cs typeface="Arial"/>
              <a:sym typeface="Arial"/>
            </a:endParaRPr>
          </a:p>
        </p:txBody>
      </p:sp>
      <p:sp>
        <p:nvSpPr>
          <p:cNvPr id="218" name="Google Shape;218;p14"/>
          <p:cNvSpPr txBox="1"/>
          <p:nvPr/>
        </p:nvSpPr>
        <p:spPr>
          <a:xfrm>
            <a:off x="1295400" y="2438400"/>
            <a:ext cx="7239000" cy="723900"/>
          </a:xfrm>
          <a:prstGeom prst="rect">
            <a:avLst/>
          </a:prstGeom>
          <a:noFill/>
          <a:ln>
            <a:noFill/>
          </a:ln>
        </p:spPr>
        <p:txBody>
          <a:bodyPr spcFirstLastPara="1" wrap="square" lIns="91425" tIns="45700" rIns="91425" bIns="45700" anchor="t" anchorCtr="0">
            <a:spAutoFit/>
          </a:bodyPr>
          <a:lstStyle/>
          <a:p>
            <a:pPr marL="0" marR="0" lvl="0" indent="0" algn="l" rtl="0">
              <a:lnSpc>
                <a:spcPct val="80000"/>
              </a:lnSpc>
              <a:spcBef>
                <a:spcPts val="0"/>
              </a:spcBef>
              <a:spcAft>
                <a:spcPts val="0"/>
              </a:spcAft>
              <a:buClr>
                <a:schemeClr val="folHlink"/>
              </a:buClr>
              <a:buSzPts val="1620"/>
              <a:buFont typeface="Noto Sans Symbols"/>
              <a:buNone/>
            </a:pPr>
            <a:r>
              <a:rPr lang="en-US" sz="1800" b="0" i="0" u="none" strike="noStrike" cap="none">
                <a:solidFill>
                  <a:schemeClr val="dk1"/>
                </a:solidFill>
                <a:latin typeface="Arial"/>
                <a:ea typeface="Arial"/>
                <a:cs typeface="Arial"/>
                <a:sym typeface="Arial"/>
              </a:rPr>
              <a:t>-</a:t>
            </a:r>
            <a:r>
              <a:rPr lang="en-US" sz="1800" b="0" i="0" u="none" strike="noStrike" cap="none">
                <a:solidFill>
                  <a:srgbClr val="FF0000"/>
                </a:solidFill>
                <a:latin typeface="Arial"/>
                <a:ea typeface="Arial"/>
                <a:cs typeface="Arial"/>
                <a:sym typeface="Arial"/>
              </a:rPr>
              <a:t>for all X, X is clear if there does not exist a Y such that Y is on X-</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90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218"/>
                                        </p:tgtEl>
                                        <p:attrNameLst>
                                          <p:attrName>style.visibility</p:attrName>
                                        </p:attrNameLst>
                                      </p:cBhvr>
                                      <p:to>
                                        <p:strVal val="visible"/>
                                      </p:to>
                                    </p:set>
                                    <p:animEffect transition="in" filter="fade">
                                      <p:cBhvr>
                                        <p:cTn id="7" dur="2000"/>
                                        <p:tgtEl>
                                          <p:spTgt spid="2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22"/>
        <p:cNvGrpSpPr/>
        <p:nvPr/>
      </p:nvGrpSpPr>
      <p:grpSpPr>
        <a:xfrm>
          <a:off x="0" y="0"/>
          <a:ext cx="0" cy="0"/>
          <a:chOff x="0" y="0"/>
          <a:chExt cx="0" cy="0"/>
        </a:xfrm>
      </p:grpSpPr>
      <p:sp>
        <p:nvSpPr>
          <p:cNvPr id="223" name="Google Shape;223;p1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marR="0" lvl="0" indent="0" algn="r" rtl="0">
              <a:lnSpc>
                <a:spcPct val="100000"/>
              </a:lnSpc>
              <a:spcBef>
                <a:spcPts val="0"/>
              </a:spcBef>
              <a:spcAft>
                <a:spcPts val="0"/>
              </a:spcAft>
              <a:buSzPts val="1100"/>
              <a:buNone/>
            </a:pPr>
            <a:fld id="{00000000-1234-1234-1234-123412341234}" type="slidenum">
              <a:rPr lang="en-US" sz="1100">
                <a:solidFill>
                  <a:schemeClr val="dk1"/>
                </a:solidFill>
                <a:latin typeface="Arial"/>
                <a:ea typeface="Arial"/>
                <a:cs typeface="Arial"/>
                <a:sym typeface="Arial"/>
              </a:rPr>
              <a:t>15</a:t>
            </a:fld>
            <a:endParaRPr sz="1100">
              <a:solidFill>
                <a:schemeClr val="dk1"/>
              </a:solidFill>
              <a:latin typeface="Arial"/>
              <a:ea typeface="Arial"/>
              <a:cs typeface="Arial"/>
              <a:sym typeface="Arial"/>
            </a:endParaRPr>
          </a:p>
        </p:txBody>
      </p:sp>
      <p:sp>
        <p:nvSpPr>
          <p:cNvPr id="224" name="Google Shape;224;p15"/>
          <p:cNvSpPr/>
          <p:nvPr/>
        </p:nvSpPr>
        <p:spPr>
          <a:xfrm>
            <a:off x="1338943" y="-22598"/>
            <a:ext cx="7772400" cy="1143000"/>
          </a:xfrm>
          <a:prstGeom prst="rect">
            <a:avLst/>
          </a:prstGeom>
          <a:noFill/>
          <a:ln>
            <a:noFill/>
          </a:ln>
        </p:spPr>
        <p:txBody>
          <a:bodyPr spcFirstLastPara="1" wrap="square" lIns="91425" tIns="45700" rIns="91425" bIns="45700" anchor="b" anchorCtr="1">
            <a:noAutofit/>
          </a:bodyPr>
          <a:lstStyle/>
          <a:p>
            <a:pPr marL="0" marR="0" lvl="0" indent="0" algn="l" rtl="0">
              <a:lnSpc>
                <a:spcPct val="100000"/>
              </a:lnSpc>
              <a:spcBef>
                <a:spcPts val="0"/>
              </a:spcBef>
              <a:spcAft>
                <a:spcPts val="0"/>
              </a:spcAft>
              <a:buClr>
                <a:srgbClr val="000000"/>
              </a:buClr>
              <a:buSzPts val="4800"/>
              <a:buFont typeface="Arial"/>
              <a:buNone/>
            </a:pPr>
            <a:r>
              <a:rPr lang="en-US" sz="4800" b="1" i="0" u="none" strike="noStrike" cap="none">
                <a:solidFill>
                  <a:schemeClr val="dk1"/>
                </a:solidFill>
                <a:latin typeface="Times New Roman"/>
                <a:ea typeface="Times New Roman"/>
                <a:cs typeface="Times New Roman"/>
                <a:sym typeface="Times New Roman"/>
              </a:rPr>
              <a:t>AI as representation</a:t>
            </a:r>
            <a:endParaRPr sz="1400" b="0" i="0" u="none" strike="noStrike" cap="none">
              <a:solidFill>
                <a:srgbClr val="000000"/>
              </a:solidFill>
              <a:latin typeface="Arial"/>
              <a:ea typeface="Arial"/>
              <a:cs typeface="Arial"/>
              <a:sym typeface="Arial"/>
            </a:endParaRPr>
          </a:p>
        </p:txBody>
      </p:sp>
      <p:sp>
        <p:nvSpPr>
          <p:cNvPr id="225" name="Google Shape;225;p15"/>
          <p:cNvSpPr/>
          <p:nvPr/>
        </p:nvSpPr>
        <p:spPr>
          <a:xfrm>
            <a:off x="1524000" y="1905000"/>
            <a:ext cx="6172200" cy="4267200"/>
          </a:xfrm>
          <a:prstGeom prst="rect">
            <a:avLst/>
          </a:prstGeom>
          <a:noFill/>
          <a:ln>
            <a:noFill/>
          </a:ln>
        </p:spPr>
        <p:txBody>
          <a:bodyPr spcFirstLastPara="1" wrap="square" lIns="91425" tIns="45700" rIns="91425" bIns="45700" anchor="t" anchorCtr="0">
            <a:noAutofit/>
          </a:bodyPr>
          <a:lstStyle/>
          <a:p>
            <a:pPr marL="609600" marR="0" lvl="0" indent="-609600" algn="ctr"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p>
            <a:pPr marL="609600" marR="0" lvl="0" indent="-609600" algn="l" rtl="0">
              <a:lnSpc>
                <a:spcPct val="100000"/>
              </a:lnSpc>
              <a:spcBef>
                <a:spcPts val="48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p>
            <a:pPr marL="609600" marR="0" lvl="0" indent="-609600" algn="l" rtl="0">
              <a:lnSpc>
                <a:spcPct val="100000"/>
              </a:lnSpc>
              <a:spcBef>
                <a:spcPts val="560"/>
              </a:spcBef>
              <a:spcAft>
                <a:spcPts val="0"/>
              </a:spcAft>
              <a:buClr>
                <a:schemeClr val="folHlink"/>
              </a:buClr>
              <a:buSzPts val="2520"/>
              <a:buFont typeface="Noto Sans Symbols"/>
              <a:buNone/>
            </a:pPr>
            <a:r>
              <a:rPr lang="en-US" sz="2800" b="0" i="0" u="sng" strike="noStrike" cap="none">
                <a:solidFill>
                  <a:schemeClr val="dk1"/>
                </a:solidFill>
                <a:latin typeface="Arial"/>
                <a:ea typeface="Arial"/>
                <a:cs typeface="Arial"/>
                <a:sym typeface="Arial"/>
              </a:rPr>
              <a:t>Knowledge representation languages:</a:t>
            </a:r>
            <a:endParaRPr sz="1400" b="0" i="0" u="none" strike="noStrike" cap="none">
              <a:solidFill>
                <a:srgbClr val="000000"/>
              </a:solidFill>
              <a:latin typeface="Arial"/>
              <a:ea typeface="Arial"/>
              <a:cs typeface="Arial"/>
              <a:sym typeface="Arial"/>
            </a:endParaRPr>
          </a:p>
          <a:p>
            <a:pPr marL="609600" marR="0" lvl="0" indent="-609600" algn="l" rtl="0">
              <a:lnSpc>
                <a:spcPct val="100000"/>
              </a:lnSpc>
              <a:spcBef>
                <a:spcPts val="480"/>
              </a:spcBef>
              <a:spcAft>
                <a:spcPts val="0"/>
              </a:spcAft>
              <a:buClr>
                <a:schemeClr val="folHlink"/>
              </a:buClr>
              <a:buSzPts val="2160"/>
              <a:buFont typeface="Noto Sans Symbols"/>
              <a:buNone/>
            </a:pPr>
            <a:r>
              <a:rPr lang="en-US" sz="2400" b="0" i="0" u="none" strike="noStrike" cap="none">
                <a:solidFill>
                  <a:schemeClr val="dk1"/>
                </a:solidFill>
                <a:latin typeface="Arial"/>
                <a:ea typeface="Arial"/>
                <a:cs typeface="Arial"/>
                <a:sym typeface="Arial"/>
              </a:rPr>
              <a:t>Predicate calculus, semantic networks, frames, objects, rules,..etc.</a:t>
            </a:r>
            <a:endParaRPr sz="1400" b="0" i="0" u="none" strike="noStrike" cap="none">
              <a:solidFill>
                <a:srgbClr val="000000"/>
              </a:solidFill>
              <a:latin typeface="Arial"/>
              <a:ea typeface="Arial"/>
              <a:cs typeface="Arial"/>
              <a:sym typeface="Arial"/>
            </a:endParaRPr>
          </a:p>
          <a:p>
            <a:pPr marL="609600" marR="0" lvl="0" indent="-609600" algn="l" rtl="0">
              <a:lnSpc>
                <a:spcPct val="100000"/>
              </a:lnSpc>
              <a:spcBef>
                <a:spcPts val="48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p>
            <a:pPr marL="609600" marR="0" lvl="0" indent="-609600" algn="l" rtl="0">
              <a:lnSpc>
                <a:spcPct val="100000"/>
              </a:lnSpc>
              <a:spcBef>
                <a:spcPts val="480"/>
              </a:spcBef>
              <a:spcAft>
                <a:spcPts val="0"/>
              </a:spcAft>
              <a:buClr>
                <a:schemeClr val="folHlink"/>
              </a:buClr>
              <a:buSzPts val="2160"/>
              <a:buFont typeface="Noto Sans Symbols"/>
              <a:buNone/>
            </a:pPr>
            <a:r>
              <a:rPr lang="en-US" sz="2400" b="0" i="0" u="none" strike="noStrike" cap="none">
                <a:solidFill>
                  <a:schemeClr val="dk1"/>
                </a:solidFill>
                <a:latin typeface="Arial"/>
                <a:ea typeface="Arial"/>
                <a:cs typeface="Arial"/>
                <a:sym typeface="Arial"/>
              </a:rPr>
              <a:t>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29"/>
        <p:cNvGrpSpPr/>
        <p:nvPr/>
      </p:nvGrpSpPr>
      <p:grpSpPr>
        <a:xfrm>
          <a:off x="0" y="0"/>
          <a:ext cx="0" cy="0"/>
          <a:chOff x="0" y="0"/>
          <a:chExt cx="0" cy="0"/>
        </a:xfrm>
      </p:grpSpPr>
      <p:sp>
        <p:nvSpPr>
          <p:cNvPr id="230" name="Google Shape;230;p16"/>
          <p:cNvSpPr txBox="1">
            <a:spLocks noGrp="1"/>
          </p:cNvSpPr>
          <p:nvPr>
            <p:ph type="ctrTitle"/>
          </p:nvPr>
        </p:nvSpPr>
        <p:spPr>
          <a:xfrm>
            <a:off x="2895600" y="3657600"/>
            <a:ext cx="5562600" cy="93662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sz="5400"/>
              <a:t>2.2 Propositional Logic</a:t>
            </a:r>
            <a:br>
              <a:rPr lang="en-US" sz="5400">
                <a:solidFill>
                  <a:srgbClr val="FF0000"/>
                </a:solidFill>
              </a:rPr>
            </a:br>
            <a:endParaRPr sz="5400" b="1">
              <a:latin typeface="Roboto"/>
              <a:ea typeface="Roboto"/>
              <a:cs typeface="Roboto"/>
              <a:sym typeface="Roboto"/>
            </a:endParaRPr>
          </a:p>
        </p:txBody>
      </p:sp>
      <p:pic>
        <p:nvPicPr>
          <p:cNvPr id="231" name="Google Shape;231;p16" descr="Image result for artificial intelligence icon"/>
          <p:cNvPicPr preferRelativeResize="0"/>
          <p:nvPr/>
        </p:nvPicPr>
        <p:blipFill rotWithShape="1">
          <a:blip r:embed="rId3">
            <a:alphaModFix/>
          </a:blip>
          <a:srcRect l="14092" r="15443" b="29337"/>
          <a:stretch/>
        </p:blipFill>
        <p:spPr>
          <a:xfrm>
            <a:off x="457200" y="2590800"/>
            <a:ext cx="2071412" cy="2566251"/>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35"/>
        <p:cNvGrpSpPr/>
        <p:nvPr/>
      </p:nvGrpSpPr>
      <p:grpSpPr>
        <a:xfrm>
          <a:off x="0" y="0"/>
          <a:ext cx="0" cy="0"/>
          <a:chOff x="0" y="0"/>
          <a:chExt cx="0" cy="0"/>
        </a:xfrm>
      </p:grpSpPr>
      <p:sp>
        <p:nvSpPr>
          <p:cNvPr id="236" name="Google Shape;236;p1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What is a Logic?</a:t>
            </a:r>
            <a:endParaRPr/>
          </a:p>
        </p:txBody>
      </p:sp>
      <p:sp>
        <p:nvSpPr>
          <p:cNvPr id="237" name="Google Shape;237;p17"/>
          <p:cNvSpPr txBox="1">
            <a:spLocks noGrp="1"/>
          </p:cNvSpPr>
          <p:nvPr>
            <p:ph type="body" idx="1"/>
          </p:nvPr>
        </p:nvSpPr>
        <p:spPr>
          <a:xfrm>
            <a:off x="838200" y="1828800"/>
            <a:ext cx="8001000" cy="43434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400"/>
              <a:buChar char="•"/>
            </a:pPr>
            <a:r>
              <a:rPr lang="en-US" sz="2400"/>
              <a:t>A language with concrete rules</a:t>
            </a:r>
            <a:endParaRPr/>
          </a:p>
          <a:p>
            <a:pPr marL="742950" lvl="1" indent="-285750" algn="l" rtl="0">
              <a:lnSpc>
                <a:spcPct val="100000"/>
              </a:lnSpc>
              <a:spcBef>
                <a:spcPts val="400"/>
              </a:spcBef>
              <a:spcAft>
                <a:spcPts val="0"/>
              </a:spcAft>
              <a:buClr>
                <a:schemeClr val="dk1"/>
              </a:buClr>
              <a:buSzPts val="2000"/>
              <a:buChar char="–"/>
            </a:pPr>
            <a:r>
              <a:rPr lang="en-US" sz="2000"/>
              <a:t>No ambiguity in representation (may be other errors!)</a:t>
            </a:r>
            <a:endParaRPr/>
          </a:p>
          <a:p>
            <a:pPr marL="742950" lvl="1" indent="-285750" algn="l" rtl="0">
              <a:lnSpc>
                <a:spcPct val="100000"/>
              </a:lnSpc>
              <a:spcBef>
                <a:spcPts val="400"/>
              </a:spcBef>
              <a:spcAft>
                <a:spcPts val="0"/>
              </a:spcAft>
              <a:buClr>
                <a:schemeClr val="dk1"/>
              </a:buClr>
              <a:buSzPts val="2000"/>
              <a:buChar char="–"/>
            </a:pPr>
            <a:r>
              <a:rPr lang="en-US" sz="2000"/>
              <a:t>Allows unambiguous communication and processing</a:t>
            </a:r>
            <a:endParaRPr/>
          </a:p>
          <a:p>
            <a:pPr marL="742950" lvl="1" indent="-285750" algn="l" rtl="0">
              <a:lnSpc>
                <a:spcPct val="100000"/>
              </a:lnSpc>
              <a:spcBef>
                <a:spcPts val="400"/>
              </a:spcBef>
              <a:spcAft>
                <a:spcPts val="0"/>
              </a:spcAft>
              <a:buClr>
                <a:schemeClr val="dk1"/>
              </a:buClr>
              <a:buSzPts val="2000"/>
              <a:buChar char="–"/>
            </a:pPr>
            <a:r>
              <a:rPr lang="en-US" sz="2000"/>
              <a:t>Very unlike natural languages e.g. English</a:t>
            </a:r>
            <a:endParaRPr/>
          </a:p>
          <a:p>
            <a:pPr marL="342900" lvl="0" indent="-342900" algn="l" rtl="0">
              <a:lnSpc>
                <a:spcPct val="100000"/>
              </a:lnSpc>
              <a:spcBef>
                <a:spcPts val="480"/>
              </a:spcBef>
              <a:spcAft>
                <a:spcPts val="0"/>
              </a:spcAft>
              <a:buClr>
                <a:schemeClr val="dk1"/>
              </a:buClr>
              <a:buSzPts val="2400"/>
              <a:buChar char="•"/>
            </a:pPr>
            <a:r>
              <a:rPr lang="en-US" sz="2400"/>
              <a:t>Many ways to translate between languages</a:t>
            </a:r>
            <a:endParaRPr/>
          </a:p>
          <a:p>
            <a:pPr marL="742950" lvl="1" indent="-285750" algn="l" rtl="0">
              <a:lnSpc>
                <a:spcPct val="100000"/>
              </a:lnSpc>
              <a:spcBef>
                <a:spcPts val="400"/>
              </a:spcBef>
              <a:spcAft>
                <a:spcPts val="0"/>
              </a:spcAft>
              <a:buClr>
                <a:schemeClr val="dk1"/>
              </a:buClr>
              <a:buSzPts val="2000"/>
              <a:buChar char="–"/>
            </a:pPr>
            <a:r>
              <a:rPr lang="en-US" sz="2000"/>
              <a:t>A statement can be represented in different logics</a:t>
            </a:r>
            <a:endParaRPr/>
          </a:p>
          <a:p>
            <a:pPr marL="742950" lvl="1" indent="-285750" algn="l" rtl="0">
              <a:lnSpc>
                <a:spcPct val="100000"/>
              </a:lnSpc>
              <a:spcBef>
                <a:spcPts val="400"/>
              </a:spcBef>
              <a:spcAft>
                <a:spcPts val="0"/>
              </a:spcAft>
              <a:buClr>
                <a:schemeClr val="dk1"/>
              </a:buClr>
              <a:buSzPts val="2000"/>
              <a:buChar char="–"/>
            </a:pPr>
            <a:r>
              <a:rPr lang="en-US" sz="2000"/>
              <a:t>And perhaps differently in same logic</a:t>
            </a:r>
            <a:endParaRPr/>
          </a:p>
          <a:p>
            <a:pPr marL="342900" lvl="0" indent="-342900" algn="l" rtl="0">
              <a:lnSpc>
                <a:spcPct val="100000"/>
              </a:lnSpc>
              <a:spcBef>
                <a:spcPts val="480"/>
              </a:spcBef>
              <a:spcAft>
                <a:spcPts val="0"/>
              </a:spcAft>
              <a:buClr>
                <a:schemeClr val="dk1"/>
              </a:buClr>
              <a:buSzPts val="2400"/>
              <a:buChar char="•"/>
            </a:pPr>
            <a:r>
              <a:rPr lang="en-US" sz="2400" b="1"/>
              <a:t>Expressiveness</a:t>
            </a:r>
            <a:r>
              <a:rPr lang="en-US" sz="2400"/>
              <a:t> of a logic</a:t>
            </a:r>
            <a:endParaRPr/>
          </a:p>
          <a:p>
            <a:pPr marL="742950" lvl="1" indent="-285750" algn="l" rtl="0">
              <a:lnSpc>
                <a:spcPct val="100000"/>
              </a:lnSpc>
              <a:spcBef>
                <a:spcPts val="400"/>
              </a:spcBef>
              <a:spcAft>
                <a:spcPts val="0"/>
              </a:spcAft>
              <a:buClr>
                <a:schemeClr val="dk1"/>
              </a:buClr>
              <a:buSzPts val="2000"/>
              <a:buChar char="–"/>
            </a:pPr>
            <a:r>
              <a:rPr lang="en-US" sz="2000"/>
              <a:t>How much can we say in this language?</a:t>
            </a:r>
            <a:endParaRPr/>
          </a:p>
          <a:p>
            <a:pPr marL="342900" lvl="0" indent="-342900" algn="l" rtl="0">
              <a:lnSpc>
                <a:spcPct val="100000"/>
              </a:lnSpc>
              <a:spcBef>
                <a:spcPts val="480"/>
              </a:spcBef>
              <a:spcAft>
                <a:spcPts val="0"/>
              </a:spcAft>
              <a:buClr>
                <a:schemeClr val="dk1"/>
              </a:buClr>
              <a:buSzPts val="2400"/>
              <a:buChar char="•"/>
            </a:pPr>
            <a:r>
              <a:rPr lang="en-US" sz="2400"/>
              <a:t>Not to be confused with logical reasoning</a:t>
            </a:r>
            <a:endParaRPr/>
          </a:p>
          <a:p>
            <a:pPr marL="742950" lvl="1" indent="-285750" algn="l" rtl="0">
              <a:lnSpc>
                <a:spcPct val="100000"/>
              </a:lnSpc>
              <a:spcBef>
                <a:spcPts val="400"/>
              </a:spcBef>
              <a:spcAft>
                <a:spcPts val="0"/>
              </a:spcAft>
              <a:buClr>
                <a:schemeClr val="dk1"/>
              </a:buClr>
              <a:buSzPts val="2000"/>
              <a:buChar char="–"/>
            </a:pPr>
            <a:r>
              <a:rPr lang="en-US" sz="2000"/>
              <a:t>Logics are languages, reasoning is a process (may </a:t>
            </a:r>
            <a:r>
              <a:rPr lang="en-US" sz="2000" b="1"/>
              <a:t>use</a:t>
            </a:r>
            <a:r>
              <a:rPr lang="en-US" sz="2000"/>
              <a:t> logic)</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41"/>
        <p:cNvGrpSpPr/>
        <p:nvPr/>
      </p:nvGrpSpPr>
      <p:grpSpPr>
        <a:xfrm>
          <a:off x="0" y="0"/>
          <a:ext cx="0" cy="0"/>
          <a:chOff x="0" y="0"/>
          <a:chExt cx="0" cy="0"/>
        </a:xfrm>
      </p:grpSpPr>
      <p:sp>
        <p:nvSpPr>
          <p:cNvPr id="242" name="Google Shape;242;p1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800"/>
              <a:buFont typeface="Calibri"/>
              <a:buNone/>
            </a:pPr>
            <a:r>
              <a:rPr lang="en-US" sz="3800"/>
              <a:t>Ask google ..what is propositional logic?</a:t>
            </a:r>
            <a:endParaRPr/>
          </a:p>
        </p:txBody>
      </p:sp>
      <p:sp>
        <p:nvSpPr>
          <p:cNvPr id="243" name="Google Shape;243;p1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400"/>
              <a:buChar char="•"/>
            </a:pPr>
            <a:r>
              <a:rPr lang="en-US" sz="2400" b="1"/>
              <a:t>propositional logic</a:t>
            </a:r>
            <a:r>
              <a:rPr lang="en-US" sz="2400"/>
              <a:t> logic (or "propositional calculus") </a:t>
            </a:r>
            <a:endParaRPr/>
          </a:p>
          <a:p>
            <a:pPr marL="342900" lvl="0" indent="-342900" algn="l" rtl="0">
              <a:lnSpc>
                <a:spcPct val="100000"/>
              </a:lnSpc>
              <a:spcBef>
                <a:spcPts val="480"/>
              </a:spcBef>
              <a:spcAft>
                <a:spcPts val="0"/>
              </a:spcAft>
              <a:buClr>
                <a:schemeClr val="dk1"/>
              </a:buClr>
              <a:buSzPts val="2400"/>
              <a:buChar char="•"/>
            </a:pPr>
            <a:r>
              <a:rPr lang="en-US" sz="2400"/>
              <a:t>A system of </a:t>
            </a:r>
            <a:r>
              <a:rPr lang="en-US" sz="2400" u="sng">
                <a:solidFill>
                  <a:schemeClr val="hlink"/>
                </a:solidFill>
                <a:hlinkClick r:id="rId3"/>
              </a:rPr>
              <a:t>symbolic logic</a:t>
            </a:r>
            <a:r>
              <a:rPr lang="en-US" sz="2400"/>
              <a:t> using symbols to stand for whole </a:t>
            </a:r>
            <a:r>
              <a:rPr lang="en-US" sz="2400" u="sng">
                <a:solidFill>
                  <a:schemeClr val="hlink"/>
                </a:solidFill>
                <a:hlinkClick r:id="rId4"/>
              </a:rPr>
              <a:t>propositions</a:t>
            </a:r>
            <a:r>
              <a:rPr lang="en-US" sz="2400"/>
              <a:t> and </a:t>
            </a:r>
            <a:r>
              <a:rPr lang="en-US" sz="2400" u="sng">
                <a:solidFill>
                  <a:schemeClr val="hlink"/>
                </a:solidFill>
                <a:hlinkClick r:id="rId5"/>
              </a:rPr>
              <a:t>logical connectives</a:t>
            </a:r>
            <a:r>
              <a:rPr lang="en-US" sz="2400"/>
              <a:t>. </a:t>
            </a:r>
            <a:endParaRPr/>
          </a:p>
          <a:p>
            <a:pPr marL="342900" lvl="0" indent="-342900" algn="l" rtl="0">
              <a:lnSpc>
                <a:spcPct val="100000"/>
              </a:lnSpc>
              <a:spcBef>
                <a:spcPts val="480"/>
              </a:spcBef>
              <a:spcAft>
                <a:spcPts val="0"/>
              </a:spcAft>
              <a:buClr>
                <a:schemeClr val="dk1"/>
              </a:buClr>
              <a:buSzPts val="2400"/>
              <a:buChar char="•"/>
            </a:pPr>
            <a:r>
              <a:rPr lang="en-US" sz="2400"/>
              <a:t>Propositional logic only considers whether a proposition is true or false. </a:t>
            </a:r>
            <a:endParaRPr/>
          </a:p>
          <a:p>
            <a:pPr marL="342900" lvl="0" indent="-342900" algn="l" rtl="0">
              <a:lnSpc>
                <a:spcPct val="100000"/>
              </a:lnSpc>
              <a:spcBef>
                <a:spcPts val="480"/>
              </a:spcBef>
              <a:spcAft>
                <a:spcPts val="0"/>
              </a:spcAft>
              <a:buClr>
                <a:schemeClr val="dk1"/>
              </a:buClr>
              <a:buSzPts val="2400"/>
              <a:buChar char="•"/>
            </a:pPr>
            <a:r>
              <a:rPr lang="en-US" sz="2400"/>
              <a:t>In contrast to </a:t>
            </a:r>
            <a:r>
              <a:rPr lang="en-US" sz="2400" u="sng">
                <a:solidFill>
                  <a:schemeClr val="hlink"/>
                </a:solidFill>
                <a:hlinkClick r:id="rId6"/>
              </a:rPr>
              <a:t>predicate logic</a:t>
            </a:r>
            <a:r>
              <a:rPr lang="en-US" sz="2400"/>
              <a:t>, it does not consider the internal structure of propositions.</a:t>
            </a:r>
            <a:br>
              <a:rPr lang="en-US" sz="2400"/>
            </a:br>
            <a:endParaRPr sz="240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3">
                                            <p:txEl>
                                              <p:pRg st="0" end="0"/>
                                            </p:txEl>
                                          </p:spTgt>
                                        </p:tgtEl>
                                        <p:attrNameLst>
                                          <p:attrName>style.visibility</p:attrName>
                                        </p:attrNameLst>
                                      </p:cBhvr>
                                      <p:to>
                                        <p:strVal val="visible"/>
                                      </p:to>
                                    </p:set>
                                    <p:anim calcmode="lin" valueType="num">
                                      <p:cBhvr additive="base">
                                        <p:cTn id="7" dur="500"/>
                                        <p:tgtEl>
                                          <p:spTgt spid="243">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43">
                                            <p:txEl>
                                              <p:pRg st="1" end="1"/>
                                            </p:txEl>
                                          </p:spTgt>
                                        </p:tgtEl>
                                        <p:attrNameLst>
                                          <p:attrName>style.visibility</p:attrName>
                                        </p:attrNameLst>
                                      </p:cBhvr>
                                      <p:to>
                                        <p:strVal val="visible"/>
                                      </p:to>
                                    </p:set>
                                    <p:anim calcmode="lin" valueType="num">
                                      <p:cBhvr additive="base">
                                        <p:cTn id="12" dur="500"/>
                                        <p:tgtEl>
                                          <p:spTgt spid="243">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43">
                                            <p:txEl>
                                              <p:pRg st="2" end="2"/>
                                            </p:txEl>
                                          </p:spTgt>
                                        </p:tgtEl>
                                        <p:attrNameLst>
                                          <p:attrName>style.visibility</p:attrName>
                                        </p:attrNameLst>
                                      </p:cBhvr>
                                      <p:to>
                                        <p:strVal val="visible"/>
                                      </p:to>
                                    </p:set>
                                    <p:anim calcmode="lin" valueType="num">
                                      <p:cBhvr additive="base">
                                        <p:cTn id="17" dur="500"/>
                                        <p:tgtEl>
                                          <p:spTgt spid="243">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43">
                                            <p:txEl>
                                              <p:pRg st="3" end="3"/>
                                            </p:txEl>
                                          </p:spTgt>
                                        </p:tgtEl>
                                        <p:attrNameLst>
                                          <p:attrName>style.visibility</p:attrName>
                                        </p:attrNameLst>
                                      </p:cBhvr>
                                      <p:to>
                                        <p:strVal val="visible"/>
                                      </p:to>
                                    </p:set>
                                    <p:anim calcmode="lin" valueType="num">
                                      <p:cBhvr additive="base">
                                        <p:cTn id="22" dur="500"/>
                                        <p:tgtEl>
                                          <p:spTgt spid="243">
                                            <p:txEl>
                                              <p:pRg st="3" end="3"/>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47"/>
        <p:cNvGrpSpPr/>
        <p:nvPr/>
      </p:nvGrpSpPr>
      <p:grpSpPr>
        <a:xfrm>
          <a:off x="0" y="0"/>
          <a:ext cx="0" cy="0"/>
          <a:chOff x="0" y="0"/>
          <a:chExt cx="0" cy="0"/>
        </a:xfrm>
      </p:grpSpPr>
      <p:sp>
        <p:nvSpPr>
          <p:cNvPr id="248" name="Google Shape;248;p1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000"/>
              <a:buFont typeface="Calibri"/>
              <a:buNone/>
            </a:pPr>
            <a:r>
              <a:rPr lang="en-US" sz="4000" b="1"/>
              <a:t>Basic Logic Operations</a:t>
            </a:r>
            <a:endParaRPr sz="3800" b="1"/>
          </a:p>
        </p:txBody>
      </p:sp>
      <p:sp>
        <p:nvSpPr>
          <p:cNvPr id="249" name="Google Shape;249;p1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US"/>
              <a:t>The NOT operation: ¬ </a:t>
            </a:r>
            <a:endParaRPr/>
          </a:p>
          <a:p>
            <a:pPr marL="342900" lvl="0" indent="-342900" algn="l" rtl="0">
              <a:lnSpc>
                <a:spcPct val="100000"/>
              </a:lnSpc>
              <a:spcBef>
                <a:spcPts val="640"/>
              </a:spcBef>
              <a:spcAft>
                <a:spcPts val="0"/>
              </a:spcAft>
              <a:buClr>
                <a:schemeClr val="dk1"/>
              </a:buClr>
              <a:buSzPts val="3200"/>
              <a:buChar char="•"/>
            </a:pPr>
            <a:r>
              <a:rPr lang="en-US"/>
              <a:t>The AND operation: ∧ </a:t>
            </a:r>
            <a:endParaRPr/>
          </a:p>
          <a:p>
            <a:pPr marL="342900" lvl="0" indent="-342900" algn="l" rtl="0">
              <a:lnSpc>
                <a:spcPct val="100000"/>
              </a:lnSpc>
              <a:spcBef>
                <a:spcPts val="640"/>
              </a:spcBef>
              <a:spcAft>
                <a:spcPts val="0"/>
              </a:spcAft>
              <a:buClr>
                <a:schemeClr val="dk1"/>
              </a:buClr>
              <a:buSzPts val="3200"/>
              <a:buChar char="•"/>
            </a:pPr>
            <a:r>
              <a:rPr lang="en-US"/>
              <a:t>The OR operation: ∨ </a:t>
            </a:r>
            <a:endParaRPr/>
          </a:p>
          <a:p>
            <a:pPr marL="342900" lvl="0" indent="-342900" algn="l" rtl="0">
              <a:lnSpc>
                <a:spcPct val="100000"/>
              </a:lnSpc>
              <a:spcBef>
                <a:spcPts val="640"/>
              </a:spcBef>
              <a:spcAft>
                <a:spcPts val="0"/>
              </a:spcAft>
              <a:buClr>
                <a:schemeClr val="dk1"/>
              </a:buClr>
              <a:buSzPts val="3200"/>
              <a:buChar char="•"/>
            </a:pPr>
            <a:r>
              <a:rPr lang="en-US"/>
              <a:t>The “implication” operation: → </a:t>
            </a:r>
            <a:endParaRPr/>
          </a:p>
          <a:p>
            <a:pPr marL="342900" lvl="0" indent="-342900" algn="l" rtl="0">
              <a:lnSpc>
                <a:spcPct val="100000"/>
              </a:lnSpc>
              <a:spcBef>
                <a:spcPts val="640"/>
              </a:spcBef>
              <a:spcAft>
                <a:spcPts val="0"/>
              </a:spcAft>
              <a:buClr>
                <a:schemeClr val="dk1"/>
              </a:buClr>
              <a:buSzPts val="3200"/>
              <a:buChar char="•"/>
            </a:pPr>
            <a:r>
              <a:rPr lang="en-US"/>
              <a:t>The “equivalence” operation: ↔ or ≡</a:t>
            </a:r>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249">
                                            <p:txEl>
                                              <p:pRg st="0" end="0"/>
                                            </p:txEl>
                                          </p:spTgt>
                                        </p:tgtEl>
                                        <p:attrNameLst>
                                          <p:attrName>style.visibility</p:attrName>
                                        </p:attrNameLst>
                                      </p:cBhvr>
                                      <p:to>
                                        <p:strVal val="visible"/>
                                      </p:to>
                                    </p:set>
                                    <p:anim calcmode="lin" valueType="num">
                                      <p:cBhvr additive="base">
                                        <p:cTn id="7" dur="500"/>
                                        <p:tgtEl>
                                          <p:spTgt spid="249">
                                            <p:txEl>
                                              <p:pRg st="0" end="0"/>
                                            </p:txEl>
                                          </p:spTgt>
                                        </p:tgtEl>
                                        <p:attrNameLst>
                                          <p:attrName>ppt_y</p:attrName>
                                        </p:attrNameLst>
                                      </p:cBhvr>
                                      <p:tavLst>
                                        <p:tav tm="0">
                                          <p:val>
                                            <p:strVal val="#ppt_y+1"/>
                                          </p:val>
                                        </p:tav>
                                        <p:tav tm="100000">
                                          <p:val>
                                            <p:strVal val="#ppt_y"/>
                                          </p:val>
                                        </p:tav>
                                      </p:tavLst>
                                    </p:anim>
                                  </p:childTnLst>
                                </p:cTn>
                              </p:par>
                            </p:childTnLst>
                          </p:cTn>
                        </p:par>
                      </p:childTnLst>
                    </p:cTn>
                  </p:par>
                  <p:par>
                    <p:cTn id="8" fill="hold">
                      <p:stCondLst>
                        <p:cond delay="indefinite"/>
                      </p:stCondLst>
                      <p:childTnLst>
                        <p:par>
                          <p:cTn id="9" fill="hold">
                            <p:stCondLst>
                              <p:cond delay="0"/>
                            </p:stCondLst>
                            <p:childTnLst>
                              <p:par>
                                <p:cTn id="10" presetID="2" presetClass="entr" presetSubtype="4" fill="hold" nodeType="clickEffect">
                                  <p:stCondLst>
                                    <p:cond delay="0"/>
                                  </p:stCondLst>
                                  <p:childTnLst>
                                    <p:set>
                                      <p:cBhvr>
                                        <p:cTn id="11" dur="1" fill="hold">
                                          <p:stCondLst>
                                            <p:cond delay="0"/>
                                          </p:stCondLst>
                                        </p:cTn>
                                        <p:tgtEl>
                                          <p:spTgt spid="249">
                                            <p:txEl>
                                              <p:pRg st="1" end="1"/>
                                            </p:txEl>
                                          </p:spTgt>
                                        </p:tgtEl>
                                        <p:attrNameLst>
                                          <p:attrName>style.visibility</p:attrName>
                                        </p:attrNameLst>
                                      </p:cBhvr>
                                      <p:to>
                                        <p:strVal val="visible"/>
                                      </p:to>
                                    </p:set>
                                    <p:anim calcmode="lin" valueType="num">
                                      <p:cBhvr additive="base">
                                        <p:cTn id="12" dur="500"/>
                                        <p:tgtEl>
                                          <p:spTgt spid="249">
                                            <p:txEl>
                                              <p:pRg st="1" end="1"/>
                                            </p:txEl>
                                          </p:spTgt>
                                        </p:tgtEl>
                                        <p:attrNameLst>
                                          <p:attrName>ppt_y</p:attrName>
                                        </p:attrNameLst>
                                      </p:cBhvr>
                                      <p:tavLst>
                                        <p:tav tm="0">
                                          <p:val>
                                            <p:strVal val="#ppt_y+1"/>
                                          </p:val>
                                        </p:tav>
                                        <p:tav tm="100000">
                                          <p:val>
                                            <p:strVal val="#ppt_y"/>
                                          </p:val>
                                        </p:tav>
                                      </p:tavLst>
                                    </p:anim>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249">
                                            <p:txEl>
                                              <p:pRg st="2" end="2"/>
                                            </p:txEl>
                                          </p:spTgt>
                                        </p:tgtEl>
                                        <p:attrNameLst>
                                          <p:attrName>style.visibility</p:attrName>
                                        </p:attrNameLst>
                                      </p:cBhvr>
                                      <p:to>
                                        <p:strVal val="visible"/>
                                      </p:to>
                                    </p:set>
                                    <p:anim calcmode="lin" valueType="num">
                                      <p:cBhvr additive="base">
                                        <p:cTn id="17" dur="500"/>
                                        <p:tgtEl>
                                          <p:spTgt spid="249">
                                            <p:txEl>
                                              <p:pRg st="2" end="2"/>
                                            </p:txEl>
                                          </p:spTgt>
                                        </p:tgtEl>
                                        <p:attrNameLst>
                                          <p:attrName>ppt_y</p:attrName>
                                        </p:attrNameLst>
                                      </p:cBhvr>
                                      <p:tavLst>
                                        <p:tav tm="0">
                                          <p:val>
                                            <p:strVal val="#ppt_y+1"/>
                                          </p:val>
                                        </p:tav>
                                        <p:tav tm="100000">
                                          <p:val>
                                            <p:strVal val="#ppt_y"/>
                                          </p:val>
                                        </p:tav>
                                      </p:tavLst>
                                    </p:anim>
                                  </p:childTnLst>
                                </p:cTn>
                              </p:par>
                            </p:childTnLst>
                          </p:cTn>
                        </p:par>
                      </p:childTnLst>
                    </p:cTn>
                  </p:par>
                  <p:par>
                    <p:cTn id="18" fill="hold">
                      <p:stCondLst>
                        <p:cond delay="indefinite"/>
                      </p:stCondLst>
                      <p:childTnLst>
                        <p:par>
                          <p:cTn id="19" fill="hold">
                            <p:stCondLst>
                              <p:cond delay="0"/>
                            </p:stCondLst>
                            <p:childTnLst>
                              <p:par>
                                <p:cTn id="20" presetID="2" presetClass="entr" presetSubtype="4" fill="hold" nodeType="clickEffect">
                                  <p:stCondLst>
                                    <p:cond delay="0"/>
                                  </p:stCondLst>
                                  <p:childTnLst>
                                    <p:set>
                                      <p:cBhvr>
                                        <p:cTn id="21" dur="1" fill="hold">
                                          <p:stCondLst>
                                            <p:cond delay="0"/>
                                          </p:stCondLst>
                                        </p:cTn>
                                        <p:tgtEl>
                                          <p:spTgt spid="249">
                                            <p:txEl>
                                              <p:pRg st="3" end="3"/>
                                            </p:txEl>
                                          </p:spTgt>
                                        </p:tgtEl>
                                        <p:attrNameLst>
                                          <p:attrName>style.visibility</p:attrName>
                                        </p:attrNameLst>
                                      </p:cBhvr>
                                      <p:to>
                                        <p:strVal val="visible"/>
                                      </p:to>
                                    </p:set>
                                    <p:anim calcmode="lin" valueType="num">
                                      <p:cBhvr additive="base">
                                        <p:cTn id="22" dur="500"/>
                                        <p:tgtEl>
                                          <p:spTgt spid="249">
                                            <p:txEl>
                                              <p:pRg st="3" end="3"/>
                                            </p:txEl>
                                          </p:spTgt>
                                        </p:tgtEl>
                                        <p:attrNameLst>
                                          <p:attrName>ppt_y</p:attrName>
                                        </p:attrNameLst>
                                      </p:cBhvr>
                                      <p:tavLst>
                                        <p:tav tm="0">
                                          <p:val>
                                            <p:strVal val="#ppt_y+1"/>
                                          </p:val>
                                        </p:tav>
                                        <p:tav tm="100000">
                                          <p:val>
                                            <p:strVal val="#ppt_y"/>
                                          </p:val>
                                        </p:tav>
                                      </p:tavLst>
                                    </p:anim>
                                  </p:childTnLst>
                                </p:cTn>
                              </p:par>
                            </p:childTnLst>
                          </p:cTn>
                        </p:par>
                      </p:childTnLst>
                    </p:cTn>
                  </p:par>
                  <p:par>
                    <p:cTn id="23" fill="hold">
                      <p:stCondLst>
                        <p:cond delay="indefinite"/>
                      </p:stCondLst>
                      <p:childTnLst>
                        <p:par>
                          <p:cTn id="24" fill="hold">
                            <p:stCondLst>
                              <p:cond delay="0"/>
                            </p:stCondLst>
                            <p:childTnLst>
                              <p:par>
                                <p:cTn id="25" presetID="2" presetClass="entr" presetSubtype="4" fill="hold" nodeType="clickEffect">
                                  <p:stCondLst>
                                    <p:cond delay="0"/>
                                  </p:stCondLst>
                                  <p:childTnLst>
                                    <p:set>
                                      <p:cBhvr>
                                        <p:cTn id="26" dur="1" fill="hold">
                                          <p:stCondLst>
                                            <p:cond delay="0"/>
                                          </p:stCondLst>
                                        </p:cTn>
                                        <p:tgtEl>
                                          <p:spTgt spid="249">
                                            <p:txEl>
                                              <p:pRg st="4" end="4"/>
                                            </p:txEl>
                                          </p:spTgt>
                                        </p:tgtEl>
                                        <p:attrNameLst>
                                          <p:attrName>style.visibility</p:attrName>
                                        </p:attrNameLst>
                                      </p:cBhvr>
                                      <p:to>
                                        <p:strVal val="visible"/>
                                      </p:to>
                                    </p:set>
                                    <p:anim calcmode="lin" valueType="num">
                                      <p:cBhvr additive="base">
                                        <p:cTn id="27" dur="500"/>
                                        <p:tgtEl>
                                          <p:spTgt spid="249">
                                            <p:txEl>
                                              <p:pRg st="4" end="4"/>
                                            </p:txEl>
                                          </p:spTgt>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53"/>
        <p:cNvGrpSpPr/>
        <p:nvPr/>
      </p:nvGrpSpPr>
      <p:grpSpPr>
        <a:xfrm>
          <a:off x="0" y="0"/>
          <a:ext cx="0" cy="0"/>
          <a:chOff x="0" y="0"/>
          <a:chExt cx="0" cy="0"/>
        </a:xfrm>
      </p:grpSpPr>
      <p:sp>
        <p:nvSpPr>
          <p:cNvPr id="254" name="Google Shape;254;p2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2019</a:t>
            </a:r>
            <a:endParaRPr/>
          </a:p>
        </p:txBody>
      </p:sp>
      <p:sp>
        <p:nvSpPr>
          <p:cNvPr id="255" name="Google Shape;255;p20"/>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MECQ1203: Artificial Intelligence</a:t>
            </a:r>
            <a:endParaRPr/>
          </a:p>
        </p:txBody>
      </p:sp>
      <p:sp>
        <p:nvSpPr>
          <p:cNvPr id="256" name="Google Shape;256;p2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100"/>
              <a:buNone/>
            </a:pPr>
            <a:fld id="{00000000-1234-1234-1234-123412341234}" type="slidenum">
              <a:rPr lang="en-US"/>
              <a:t>20</a:t>
            </a:fld>
            <a:endParaRPr/>
          </a:p>
        </p:txBody>
      </p:sp>
      <p:sp>
        <p:nvSpPr>
          <p:cNvPr id="257" name="Google Shape;257;p20"/>
          <p:cNvSpPr/>
          <p:nvPr/>
        </p:nvSpPr>
        <p:spPr>
          <a:xfrm>
            <a:off x="3505200" y="381000"/>
            <a:ext cx="2813591" cy="7694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400"/>
              <a:buFont typeface="Arial"/>
              <a:buNone/>
            </a:pPr>
            <a:r>
              <a:rPr lang="en-US" sz="4400" b="1" i="0" u="none" strike="noStrike" cap="none">
                <a:solidFill>
                  <a:srgbClr val="FF0000"/>
                </a:solidFill>
                <a:latin typeface="Calibri"/>
                <a:ea typeface="Calibri"/>
                <a:cs typeface="Calibri"/>
                <a:sym typeface="Calibri"/>
              </a:rPr>
              <a:t>Activity 2.2</a:t>
            </a:r>
            <a:endParaRPr sz="4400" b="1" i="0" u="none" strike="noStrike" cap="none">
              <a:solidFill>
                <a:srgbClr val="FF0000"/>
              </a:solidFill>
              <a:latin typeface="Calibri"/>
              <a:ea typeface="Calibri"/>
              <a:cs typeface="Calibri"/>
              <a:sym typeface="Calibri"/>
            </a:endParaRPr>
          </a:p>
        </p:txBody>
      </p:sp>
      <p:sp>
        <p:nvSpPr>
          <p:cNvPr id="258" name="Google Shape;258;p20"/>
          <p:cNvSpPr/>
          <p:nvPr/>
        </p:nvSpPr>
        <p:spPr>
          <a:xfrm>
            <a:off x="3352800" y="2460171"/>
            <a:ext cx="4572000" cy="3785652"/>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Operation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Operation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Operation :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endParaRPr sz="2400" b="0" i="0" u="none" strike="noStrike" cap="none">
              <a:solidFill>
                <a:schemeClr val="dk1"/>
              </a:solidFill>
              <a:latin typeface="Calibri"/>
              <a:ea typeface="Calibri"/>
              <a:cs typeface="Calibri"/>
              <a:sym typeface="Calibri"/>
            </a:endParaRPr>
          </a:p>
        </p:txBody>
      </p:sp>
      <p:pic>
        <p:nvPicPr>
          <p:cNvPr id="259" name="Google Shape;259;p20"/>
          <p:cNvPicPr preferRelativeResize="0"/>
          <p:nvPr/>
        </p:nvPicPr>
        <p:blipFill rotWithShape="1">
          <a:blip r:embed="rId3">
            <a:alphaModFix/>
          </a:blip>
          <a:srcRect/>
          <a:stretch/>
        </p:blipFill>
        <p:spPr>
          <a:xfrm>
            <a:off x="996673" y="2795587"/>
            <a:ext cx="2127527" cy="3617875"/>
          </a:xfrm>
          <a:prstGeom prst="rect">
            <a:avLst/>
          </a:prstGeom>
          <a:noFill/>
          <a:ln>
            <a:noFill/>
          </a:ln>
        </p:spPr>
      </p:pic>
      <p:sp>
        <p:nvSpPr>
          <p:cNvPr id="260" name="Google Shape;260;p20"/>
          <p:cNvSpPr/>
          <p:nvPr/>
        </p:nvSpPr>
        <p:spPr>
          <a:xfrm>
            <a:off x="612386" y="1555075"/>
            <a:ext cx="8303014"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Calibri"/>
                <a:ea typeface="Calibri"/>
                <a:cs typeface="Calibri"/>
                <a:sym typeface="Calibri"/>
              </a:rPr>
              <a:t>Activity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Form a group of two members. Discuss the right logic operation that is suitable for Venn diagram below.</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64"/>
        <p:cNvGrpSpPr/>
        <p:nvPr/>
      </p:nvGrpSpPr>
      <p:grpSpPr>
        <a:xfrm>
          <a:off x="0" y="0"/>
          <a:ext cx="0" cy="0"/>
          <a:chOff x="0" y="0"/>
          <a:chExt cx="0" cy="0"/>
        </a:xfrm>
      </p:grpSpPr>
      <p:sp>
        <p:nvSpPr>
          <p:cNvPr id="265" name="Google Shape;265;p21"/>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2019</a:t>
            </a:r>
            <a:endParaRPr/>
          </a:p>
        </p:txBody>
      </p:sp>
      <p:sp>
        <p:nvSpPr>
          <p:cNvPr id="266" name="Google Shape;266;p21"/>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MECQ1203: Artificial Intelligence</a:t>
            </a:r>
            <a:endParaRPr/>
          </a:p>
        </p:txBody>
      </p:sp>
      <p:sp>
        <p:nvSpPr>
          <p:cNvPr id="267" name="Google Shape;267;p21"/>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100"/>
              <a:buNone/>
            </a:pPr>
            <a:fld id="{00000000-1234-1234-1234-123412341234}" type="slidenum">
              <a:rPr lang="en-US"/>
              <a:t>21</a:t>
            </a:fld>
            <a:endParaRPr/>
          </a:p>
        </p:txBody>
      </p:sp>
      <p:sp>
        <p:nvSpPr>
          <p:cNvPr id="268" name="Google Shape;268;p21"/>
          <p:cNvSpPr/>
          <p:nvPr/>
        </p:nvSpPr>
        <p:spPr>
          <a:xfrm>
            <a:off x="2469777" y="289657"/>
            <a:ext cx="5008935" cy="7694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400"/>
              <a:buFont typeface="Arial"/>
              <a:buNone/>
            </a:pPr>
            <a:r>
              <a:rPr lang="en-US" sz="4400" b="1" i="0" u="none" strike="noStrike" cap="none">
                <a:solidFill>
                  <a:srgbClr val="FF0000"/>
                </a:solidFill>
                <a:latin typeface="Calibri"/>
                <a:ea typeface="Calibri"/>
                <a:cs typeface="Calibri"/>
                <a:sym typeface="Calibri"/>
              </a:rPr>
              <a:t>Activity 2.2 - Answer</a:t>
            </a:r>
            <a:endParaRPr sz="4400" b="1" i="0" u="none" strike="noStrike" cap="none">
              <a:solidFill>
                <a:srgbClr val="FF0000"/>
              </a:solidFill>
              <a:latin typeface="Calibri"/>
              <a:ea typeface="Calibri"/>
              <a:cs typeface="Calibri"/>
              <a:sym typeface="Calibri"/>
            </a:endParaRPr>
          </a:p>
        </p:txBody>
      </p:sp>
      <p:pic>
        <p:nvPicPr>
          <p:cNvPr id="269" name="Google Shape;269;p21" descr="Image result for venn diagram and, or, not"/>
          <p:cNvPicPr preferRelativeResize="0"/>
          <p:nvPr/>
        </p:nvPicPr>
        <p:blipFill rotWithShape="1">
          <a:blip r:embed="rId3">
            <a:alphaModFix/>
          </a:blip>
          <a:srcRect/>
          <a:stretch/>
        </p:blipFill>
        <p:spPr>
          <a:xfrm>
            <a:off x="1447800" y="1542908"/>
            <a:ext cx="6400800" cy="4800600"/>
          </a:xfrm>
          <a:prstGeom prst="rect">
            <a:avLst/>
          </a:prstGeom>
          <a:noFill/>
          <a:ln>
            <a:noFill/>
          </a:ln>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73"/>
        <p:cNvGrpSpPr/>
        <p:nvPr/>
      </p:nvGrpSpPr>
      <p:grpSpPr>
        <a:xfrm>
          <a:off x="0" y="0"/>
          <a:ext cx="0" cy="0"/>
          <a:chOff x="0" y="0"/>
          <a:chExt cx="0" cy="0"/>
        </a:xfrm>
      </p:grpSpPr>
      <p:sp>
        <p:nvSpPr>
          <p:cNvPr id="274" name="Google Shape;274;p22"/>
          <p:cNvSpPr txBox="1">
            <a:spLocks noGrp="1"/>
          </p:cNvSpPr>
          <p:nvPr>
            <p:ph type="title"/>
          </p:nvPr>
        </p:nvSpPr>
        <p:spPr>
          <a:xfrm>
            <a:off x="914400" y="277813"/>
            <a:ext cx="7772400" cy="102076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solidFill>
                  <a:schemeClr val="dk1"/>
                </a:solidFill>
              </a:rPr>
              <a:t>Logic in General (1)</a:t>
            </a:r>
            <a:endParaRPr>
              <a:solidFill>
                <a:schemeClr val="dk1"/>
              </a:solidFill>
            </a:endParaRPr>
          </a:p>
        </p:txBody>
      </p:sp>
      <p:sp>
        <p:nvSpPr>
          <p:cNvPr id="275" name="Google Shape;275;p22"/>
          <p:cNvSpPr txBox="1">
            <a:spLocks noGrp="1"/>
          </p:cNvSpPr>
          <p:nvPr>
            <p:ph type="body" idx="1"/>
          </p:nvPr>
        </p:nvSpPr>
        <p:spPr>
          <a:xfrm>
            <a:off x="457200" y="1752600"/>
            <a:ext cx="8229600" cy="46482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rgbClr val="FF0000"/>
              </a:buClr>
              <a:buSzPts val="4800"/>
              <a:buChar char="•"/>
            </a:pPr>
            <a:r>
              <a:rPr lang="en-US" i="1">
                <a:solidFill>
                  <a:srgbClr val="FF9933"/>
                </a:solidFill>
              </a:rPr>
              <a:t>Logics</a:t>
            </a:r>
            <a:r>
              <a:rPr lang="en-US" i="1"/>
              <a:t> </a:t>
            </a:r>
            <a:r>
              <a:rPr lang="en-US"/>
              <a:t>are formal languages for representing information such that conclusions can be drawn</a:t>
            </a:r>
            <a:endParaRPr/>
          </a:p>
          <a:p>
            <a:pPr marL="342900" lvl="0" indent="-342900" algn="l" rtl="0">
              <a:lnSpc>
                <a:spcPct val="100000"/>
              </a:lnSpc>
              <a:spcBef>
                <a:spcPts val="640"/>
              </a:spcBef>
              <a:spcAft>
                <a:spcPts val="0"/>
              </a:spcAft>
              <a:buClr>
                <a:srgbClr val="FF0000"/>
              </a:buClr>
              <a:buSzPts val="4800"/>
              <a:buChar char="•"/>
            </a:pPr>
            <a:r>
              <a:rPr lang="en-US"/>
              <a:t>When people talk about logic they often mean </a:t>
            </a:r>
            <a:r>
              <a:rPr lang="en-US" i="1">
                <a:solidFill>
                  <a:srgbClr val="FF9933"/>
                </a:solidFill>
              </a:rPr>
              <a:t>propositional</a:t>
            </a:r>
            <a:r>
              <a:rPr lang="en-US" i="1"/>
              <a:t> </a:t>
            </a:r>
            <a:r>
              <a:rPr lang="en-US"/>
              <a:t>or </a:t>
            </a:r>
            <a:r>
              <a:rPr lang="en-US" i="1">
                <a:solidFill>
                  <a:srgbClr val="FF9933"/>
                </a:solidFill>
              </a:rPr>
              <a:t>first-order predicate </a:t>
            </a:r>
            <a:r>
              <a:rPr lang="en-US">
                <a:solidFill>
                  <a:srgbClr val="FF9933"/>
                </a:solidFill>
              </a:rPr>
              <a:t>logic.</a:t>
            </a:r>
            <a:endParaRP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79"/>
        <p:cNvGrpSpPr/>
        <p:nvPr/>
      </p:nvGrpSpPr>
      <p:grpSpPr>
        <a:xfrm>
          <a:off x="0" y="0"/>
          <a:ext cx="0" cy="0"/>
          <a:chOff x="0" y="0"/>
          <a:chExt cx="0" cy="0"/>
        </a:xfrm>
      </p:grpSpPr>
      <p:sp>
        <p:nvSpPr>
          <p:cNvPr id="280" name="Google Shape;280;p23"/>
          <p:cNvSpPr txBox="1">
            <a:spLocks noGrp="1"/>
          </p:cNvSpPr>
          <p:nvPr>
            <p:ph type="title"/>
          </p:nvPr>
        </p:nvSpPr>
        <p:spPr>
          <a:xfrm>
            <a:off x="914400" y="277813"/>
            <a:ext cx="7772400" cy="79216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solidFill>
                  <a:schemeClr val="dk1"/>
                </a:solidFill>
              </a:rPr>
              <a:t>Logic in General (2)</a:t>
            </a:r>
            <a:endParaRPr/>
          </a:p>
        </p:txBody>
      </p:sp>
      <p:sp>
        <p:nvSpPr>
          <p:cNvPr id="281" name="Google Shape;281;p23"/>
          <p:cNvSpPr txBox="1">
            <a:spLocks noGrp="1"/>
          </p:cNvSpPr>
          <p:nvPr>
            <p:ph type="body" idx="1"/>
          </p:nvPr>
        </p:nvSpPr>
        <p:spPr>
          <a:xfrm>
            <a:off x="762000" y="1828800"/>
            <a:ext cx="8153400" cy="4495800"/>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90000"/>
              </a:lnSpc>
              <a:spcBef>
                <a:spcPts val="0"/>
              </a:spcBef>
              <a:spcAft>
                <a:spcPts val="0"/>
              </a:spcAft>
              <a:buClr>
                <a:srgbClr val="FF0000"/>
              </a:buClr>
              <a:buSzPts val="4800"/>
              <a:buChar char="•"/>
            </a:pPr>
            <a:r>
              <a:rPr lang="en-US"/>
              <a:t>A </a:t>
            </a:r>
            <a:r>
              <a:rPr lang="en-US" i="1">
                <a:solidFill>
                  <a:srgbClr val="FF9933"/>
                </a:solidFill>
              </a:rPr>
              <a:t>logic</a:t>
            </a:r>
            <a:r>
              <a:rPr lang="en-US" i="1"/>
              <a:t> </a:t>
            </a:r>
            <a:r>
              <a:rPr lang="en-US"/>
              <a:t>usually has a well defined syntax, semantics and proof theory.</a:t>
            </a:r>
            <a:endParaRPr/>
          </a:p>
          <a:p>
            <a:pPr marL="342900" lvl="0" indent="-342900" algn="l" rtl="0">
              <a:lnSpc>
                <a:spcPct val="90000"/>
              </a:lnSpc>
              <a:spcBef>
                <a:spcPts val="640"/>
              </a:spcBef>
              <a:spcAft>
                <a:spcPts val="0"/>
              </a:spcAft>
              <a:buClr>
                <a:srgbClr val="FF0000"/>
              </a:buClr>
              <a:buSzPts val="4800"/>
              <a:buChar char="•"/>
            </a:pPr>
            <a:r>
              <a:rPr lang="en-US"/>
              <a:t>The </a:t>
            </a:r>
            <a:r>
              <a:rPr lang="en-US" i="1">
                <a:solidFill>
                  <a:srgbClr val="FF9933"/>
                </a:solidFill>
              </a:rPr>
              <a:t>syntax</a:t>
            </a:r>
            <a:r>
              <a:rPr lang="en-US" i="1"/>
              <a:t> </a:t>
            </a:r>
            <a:r>
              <a:rPr lang="en-US"/>
              <a:t>of a logic defines the syntactically acceptable objects of the logic, or </a:t>
            </a:r>
            <a:r>
              <a:rPr lang="en-US" i="1"/>
              <a:t>well-formed formulae</a:t>
            </a:r>
            <a:r>
              <a:rPr lang="en-US"/>
              <a:t>.</a:t>
            </a:r>
            <a:endParaRPr/>
          </a:p>
          <a:p>
            <a:pPr marL="342900" lvl="0" indent="-342900" algn="l" rtl="0">
              <a:lnSpc>
                <a:spcPct val="90000"/>
              </a:lnSpc>
              <a:spcBef>
                <a:spcPts val="640"/>
              </a:spcBef>
              <a:spcAft>
                <a:spcPts val="0"/>
              </a:spcAft>
              <a:buClr>
                <a:srgbClr val="FF0000"/>
              </a:buClr>
              <a:buSzPts val="4800"/>
              <a:buChar char="•"/>
            </a:pPr>
            <a:r>
              <a:rPr lang="en-US"/>
              <a:t>The </a:t>
            </a:r>
            <a:r>
              <a:rPr lang="en-US" i="1">
                <a:solidFill>
                  <a:srgbClr val="FF9933"/>
                </a:solidFill>
              </a:rPr>
              <a:t>semantics</a:t>
            </a:r>
            <a:r>
              <a:rPr lang="en-US" i="1"/>
              <a:t> </a:t>
            </a:r>
            <a:r>
              <a:rPr lang="en-US"/>
              <a:t>of a logic associate each formula with a </a:t>
            </a:r>
            <a:r>
              <a:rPr lang="en-US" i="1">
                <a:solidFill>
                  <a:srgbClr val="FF9933"/>
                </a:solidFill>
              </a:rPr>
              <a:t>meaning</a:t>
            </a:r>
            <a:r>
              <a:rPr lang="en-US"/>
              <a:t>.</a:t>
            </a:r>
            <a:endParaRPr/>
          </a:p>
          <a:p>
            <a:pPr marL="342900" lvl="0" indent="-342900" algn="l" rtl="0">
              <a:lnSpc>
                <a:spcPct val="90000"/>
              </a:lnSpc>
              <a:spcBef>
                <a:spcPts val="640"/>
              </a:spcBef>
              <a:spcAft>
                <a:spcPts val="0"/>
              </a:spcAft>
              <a:buClr>
                <a:srgbClr val="FF0000"/>
              </a:buClr>
              <a:buSzPts val="4800"/>
              <a:buChar char="•"/>
            </a:pPr>
            <a:r>
              <a:rPr lang="en-US"/>
              <a:t>The </a:t>
            </a:r>
            <a:r>
              <a:rPr lang="en-US" i="1">
                <a:solidFill>
                  <a:srgbClr val="FF9933"/>
                </a:solidFill>
              </a:rPr>
              <a:t>proof theory </a:t>
            </a:r>
            <a:r>
              <a:rPr lang="en-US"/>
              <a:t>is concerned with manipulating formulae according to certain rules.</a:t>
            </a:r>
            <a:endParaRP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5"/>
        <p:cNvGrpSpPr/>
        <p:nvPr/>
      </p:nvGrpSpPr>
      <p:grpSpPr>
        <a:xfrm>
          <a:off x="0" y="0"/>
          <a:ext cx="0" cy="0"/>
          <a:chOff x="0" y="0"/>
          <a:chExt cx="0" cy="0"/>
        </a:xfrm>
      </p:grpSpPr>
      <p:sp>
        <p:nvSpPr>
          <p:cNvPr id="286" name="Google Shape;286;p2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solidFill>
                  <a:schemeClr val="dk1"/>
                </a:solidFill>
              </a:rPr>
              <a:t>Propositions???</a:t>
            </a:r>
            <a:endParaRPr>
              <a:solidFill>
                <a:schemeClr val="dk1"/>
              </a:solidFill>
            </a:endParaRPr>
          </a:p>
        </p:txBody>
      </p:sp>
      <p:sp>
        <p:nvSpPr>
          <p:cNvPr id="287" name="Google Shape;287;p24"/>
          <p:cNvSpPr txBox="1">
            <a:spLocks noGrp="1"/>
          </p:cNvSpPr>
          <p:nvPr>
            <p:ph type="body" idx="1"/>
          </p:nvPr>
        </p:nvSpPr>
        <p:spPr>
          <a:xfrm>
            <a:off x="914400" y="1600200"/>
            <a:ext cx="4724400" cy="4530725"/>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rgbClr val="FF0000"/>
              </a:buClr>
              <a:buSzPts val="3600"/>
              <a:buChar char="•"/>
            </a:pPr>
            <a:r>
              <a:rPr lang="en-US" sz="2400" dirty="0"/>
              <a:t>Anwar Ibrahim is Prime Minister</a:t>
            </a:r>
            <a:endParaRPr dirty="0"/>
          </a:p>
          <a:p>
            <a:pPr marL="342900" lvl="0" indent="-342900" algn="l" rtl="0">
              <a:lnSpc>
                <a:spcPct val="100000"/>
              </a:lnSpc>
              <a:spcBef>
                <a:spcPts val="480"/>
              </a:spcBef>
              <a:spcAft>
                <a:spcPts val="0"/>
              </a:spcAft>
              <a:buClr>
                <a:srgbClr val="FF0000"/>
              </a:buClr>
              <a:buSzPts val="3600"/>
              <a:buChar char="•"/>
            </a:pPr>
            <a:r>
              <a:rPr lang="en-US" sz="2400" dirty="0"/>
              <a:t>What's the time?</a:t>
            </a:r>
            <a:endParaRPr dirty="0"/>
          </a:p>
          <a:p>
            <a:pPr marL="342900" lvl="0" indent="-342900" algn="l" rtl="0">
              <a:lnSpc>
                <a:spcPct val="100000"/>
              </a:lnSpc>
              <a:spcBef>
                <a:spcPts val="480"/>
              </a:spcBef>
              <a:spcAft>
                <a:spcPts val="0"/>
              </a:spcAft>
              <a:buClr>
                <a:srgbClr val="FF0000"/>
              </a:buClr>
              <a:buSzPts val="3600"/>
              <a:buChar char="•"/>
            </a:pPr>
            <a:r>
              <a:rPr lang="en-US" sz="2400" dirty="0"/>
              <a:t>2 + 3 = 5</a:t>
            </a:r>
            <a:endParaRPr dirty="0"/>
          </a:p>
          <a:p>
            <a:pPr marL="342900" lvl="0" indent="-342900" algn="l" rtl="0">
              <a:lnSpc>
                <a:spcPct val="100000"/>
              </a:lnSpc>
              <a:spcBef>
                <a:spcPts val="480"/>
              </a:spcBef>
              <a:spcAft>
                <a:spcPts val="0"/>
              </a:spcAft>
              <a:buClr>
                <a:srgbClr val="FF0000"/>
              </a:buClr>
              <a:buSzPts val="3600"/>
              <a:buChar char="•"/>
            </a:pPr>
            <a:r>
              <a:rPr lang="en-US" sz="2400" dirty="0"/>
              <a:t>‘Phone’ has five letters.</a:t>
            </a:r>
            <a:endParaRPr dirty="0"/>
          </a:p>
          <a:p>
            <a:pPr marL="342900" lvl="0" indent="-342900" algn="l" rtl="0">
              <a:lnSpc>
                <a:spcPct val="100000"/>
              </a:lnSpc>
              <a:spcBef>
                <a:spcPts val="480"/>
              </a:spcBef>
              <a:spcAft>
                <a:spcPts val="0"/>
              </a:spcAft>
              <a:buClr>
                <a:srgbClr val="FF0000"/>
              </a:buClr>
              <a:buSzPts val="3600"/>
              <a:buChar char="•"/>
            </a:pPr>
            <a:r>
              <a:rPr lang="en-US" sz="2400" dirty="0"/>
              <a:t>2 + 3 = 6</a:t>
            </a:r>
            <a:endParaRPr dirty="0"/>
          </a:p>
          <a:p>
            <a:pPr marL="342900" lvl="0" indent="-342900" algn="l" rtl="0">
              <a:lnSpc>
                <a:spcPct val="100000"/>
              </a:lnSpc>
              <a:spcBef>
                <a:spcPts val="480"/>
              </a:spcBef>
              <a:spcAft>
                <a:spcPts val="0"/>
              </a:spcAft>
              <a:buClr>
                <a:srgbClr val="FF0000"/>
              </a:buClr>
              <a:buSzPts val="3600"/>
              <a:buChar char="•"/>
            </a:pPr>
            <a:r>
              <a:rPr lang="en-US" sz="2400" dirty="0"/>
              <a:t>Oh dear!</a:t>
            </a:r>
            <a:endParaRPr dirty="0"/>
          </a:p>
          <a:p>
            <a:pPr marL="342900" lvl="0" indent="-342900" algn="l" rtl="0">
              <a:lnSpc>
                <a:spcPct val="100000"/>
              </a:lnSpc>
              <a:spcBef>
                <a:spcPts val="480"/>
              </a:spcBef>
              <a:spcAft>
                <a:spcPts val="0"/>
              </a:spcAft>
              <a:buClr>
                <a:srgbClr val="FF0000"/>
              </a:buClr>
              <a:buSzPts val="3600"/>
              <a:buChar char="•"/>
            </a:pPr>
            <a:r>
              <a:rPr lang="en-US" sz="2400" dirty="0"/>
              <a:t>‘Work’ has five letters.</a:t>
            </a:r>
            <a:endParaRPr dirty="0"/>
          </a:p>
          <a:p>
            <a:pPr marL="342900" lvl="0" indent="-342900" algn="l" rtl="0">
              <a:lnSpc>
                <a:spcPct val="100000"/>
              </a:lnSpc>
              <a:spcBef>
                <a:spcPts val="480"/>
              </a:spcBef>
              <a:spcAft>
                <a:spcPts val="0"/>
              </a:spcAft>
              <a:buClr>
                <a:srgbClr val="FF0000"/>
              </a:buClr>
              <a:buSzPts val="3600"/>
              <a:buChar char="•"/>
            </a:pPr>
            <a:r>
              <a:rPr lang="en-US" sz="2400" dirty="0"/>
              <a:t>the reactor is on</a:t>
            </a:r>
            <a:endParaRPr dirty="0"/>
          </a:p>
          <a:p>
            <a:pPr marL="342900" lvl="0" indent="-342900" algn="l" rtl="0">
              <a:lnSpc>
                <a:spcPct val="100000"/>
              </a:lnSpc>
              <a:spcBef>
                <a:spcPts val="400"/>
              </a:spcBef>
              <a:spcAft>
                <a:spcPts val="0"/>
              </a:spcAft>
              <a:buClr>
                <a:srgbClr val="FF0000"/>
              </a:buClr>
              <a:buSzPts val="3000"/>
              <a:buChar char="•"/>
            </a:pPr>
            <a:r>
              <a:rPr lang="en-US" sz="2000" i="1" dirty="0"/>
              <a:t>All </a:t>
            </a:r>
            <a:r>
              <a:rPr lang="en-US" sz="2000" dirty="0"/>
              <a:t>elephants have 4 legs</a:t>
            </a:r>
            <a:endParaRPr dirty="0"/>
          </a:p>
          <a:p>
            <a:pPr marL="342900" lvl="0" indent="-342900" algn="l" rtl="0">
              <a:lnSpc>
                <a:spcPct val="100000"/>
              </a:lnSpc>
              <a:spcBef>
                <a:spcPts val="400"/>
              </a:spcBef>
              <a:spcAft>
                <a:spcPts val="0"/>
              </a:spcAft>
              <a:buClr>
                <a:srgbClr val="FF0000"/>
              </a:buClr>
              <a:buSzPts val="3000"/>
              <a:buChar char="•"/>
            </a:pPr>
            <a:r>
              <a:rPr lang="en-US" sz="2000" dirty="0"/>
              <a:t>I like AI class</a:t>
            </a:r>
            <a:endParaRPr dirty="0"/>
          </a:p>
          <a:p>
            <a:pPr marL="342900" lvl="0" indent="-114300" algn="l" rtl="0">
              <a:lnSpc>
                <a:spcPct val="100000"/>
              </a:lnSpc>
              <a:spcBef>
                <a:spcPts val="480"/>
              </a:spcBef>
              <a:spcAft>
                <a:spcPts val="0"/>
              </a:spcAft>
              <a:buClr>
                <a:srgbClr val="FF0000"/>
              </a:buClr>
              <a:buSzPts val="3600"/>
              <a:buNone/>
            </a:pPr>
            <a:endParaRPr sz="2400" dirty="0"/>
          </a:p>
          <a:p>
            <a:pPr marL="342900" lvl="0" indent="-114300" algn="l" rtl="0">
              <a:lnSpc>
                <a:spcPct val="100000"/>
              </a:lnSpc>
              <a:spcBef>
                <a:spcPts val="480"/>
              </a:spcBef>
              <a:spcAft>
                <a:spcPts val="0"/>
              </a:spcAft>
              <a:buClr>
                <a:srgbClr val="FF0000"/>
              </a:buClr>
              <a:buSzPts val="3600"/>
              <a:buNone/>
            </a:pPr>
            <a:endParaRPr sz="2400" dirty="0"/>
          </a:p>
          <a:p>
            <a:pPr marL="342900" lvl="0" indent="-114300" algn="l" rtl="0">
              <a:lnSpc>
                <a:spcPct val="100000"/>
              </a:lnSpc>
              <a:spcBef>
                <a:spcPts val="480"/>
              </a:spcBef>
              <a:spcAft>
                <a:spcPts val="0"/>
              </a:spcAft>
              <a:buClr>
                <a:srgbClr val="FF0000"/>
              </a:buClr>
              <a:buSzPts val="3600"/>
              <a:buNone/>
            </a:pPr>
            <a:endParaRPr sz="2400" dirty="0"/>
          </a:p>
        </p:txBody>
      </p:sp>
      <p:sp>
        <p:nvSpPr>
          <p:cNvPr id="288" name="Google Shape;288;p24"/>
          <p:cNvSpPr/>
          <p:nvPr/>
        </p:nvSpPr>
        <p:spPr>
          <a:xfrm>
            <a:off x="4495800" y="2057400"/>
            <a:ext cx="4495800" cy="21336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rgbClr val="FF0000"/>
              </a:buClr>
              <a:buSzPts val="3600"/>
              <a:buFont typeface="Noto Sans Symbols"/>
              <a:buNone/>
            </a:pPr>
            <a:endParaRPr sz="2400" b="0" i="0" u="none" strike="noStrike" cap="none">
              <a:solidFill>
                <a:schemeClr val="dk1"/>
              </a:solidFill>
              <a:latin typeface="Arial"/>
              <a:ea typeface="Arial"/>
              <a:cs typeface="Arial"/>
              <a:sym typeface="Arial"/>
            </a:endParaRPr>
          </a:p>
          <a:p>
            <a:pPr marL="342900" marR="0" lvl="0" indent="-342900" algn="l" rtl="0">
              <a:lnSpc>
                <a:spcPct val="100000"/>
              </a:lnSpc>
              <a:spcBef>
                <a:spcPts val="480"/>
              </a:spcBef>
              <a:spcAft>
                <a:spcPts val="0"/>
              </a:spcAft>
              <a:buClr>
                <a:srgbClr val="FF0000"/>
              </a:buClr>
              <a:buSzPts val="3600"/>
              <a:buFont typeface="Noto Sans Symbols"/>
              <a:buNone/>
            </a:pPr>
            <a:endParaRPr sz="2400" b="0" i="0" u="none" strike="noStrike" cap="none">
              <a:solidFill>
                <a:schemeClr val="dk1"/>
              </a:solidFill>
              <a:latin typeface="Arial"/>
              <a:ea typeface="Arial"/>
              <a:cs typeface="Arial"/>
              <a:sym typeface="Aria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92"/>
        <p:cNvGrpSpPr/>
        <p:nvPr/>
      </p:nvGrpSpPr>
      <p:grpSpPr>
        <a:xfrm>
          <a:off x="0" y="0"/>
          <a:ext cx="0" cy="0"/>
          <a:chOff x="0" y="0"/>
          <a:chExt cx="0" cy="0"/>
        </a:xfrm>
      </p:grpSpPr>
      <p:sp>
        <p:nvSpPr>
          <p:cNvPr id="293" name="Google Shape;293;p2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solidFill>
                  <a:schemeClr val="dk1"/>
                </a:solidFill>
              </a:rPr>
              <a:t>Propositional Logic</a:t>
            </a:r>
            <a:endParaRPr>
              <a:solidFill>
                <a:schemeClr val="dk1"/>
              </a:solidFill>
            </a:endParaRPr>
          </a:p>
        </p:txBody>
      </p:sp>
      <p:sp>
        <p:nvSpPr>
          <p:cNvPr id="294" name="Google Shape;294;p25"/>
          <p:cNvSpPr txBox="1">
            <a:spLocks noGrp="1"/>
          </p:cNvSpPr>
          <p:nvPr>
            <p:ph type="body" idx="1"/>
          </p:nvPr>
        </p:nvSpPr>
        <p:spPr>
          <a:xfrm>
            <a:off x="457200" y="17526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rgbClr val="FF0000"/>
              </a:buClr>
              <a:buSzPts val="4800"/>
              <a:buChar char="•"/>
            </a:pPr>
            <a:r>
              <a:rPr lang="en-US"/>
              <a:t>The </a:t>
            </a:r>
            <a:r>
              <a:rPr lang="en-US">
                <a:solidFill>
                  <a:srgbClr val="FF9933"/>
                </a:solidFill>
              </a:rPr>
              <a:t>syntax</a:t>
            </a:r>
            <a:r>
              <a:rPr lang="en-US"/>
              <a:t> of propositional logic is constructed from </a:t>
            </a:r>
            <a:r>
              <a:rPr lang="en-US" i="1">
                <a:solidFill>
                  <a:srgbClr val="FF9933"/>
                </a:solidFill>
              </a:rPr>
              <a:t>propositions </a:t>
            </a:r>
            <a:r>
              <a:rPr lang="en-US"/>
              <a:t>and </a:t>
            </a:r>
            <a:r>
              <a:rPr lang="en-US" i="1">
                <a:solidFill>
                  <a:srgbClr val="FF9933"/>
                </a:solidFill>
              </a:rPr>
              <a:t>connectives</a:t>
            </a:r>
            <a:r>
              <a:rPr lang="en-US"/>
              <a:t>.</a:t>
            </a:r>
            <a:endParaRPr/>
          </a:p>
          <a:p>
            <a:pPr marL="342900" lvl="0" indent="-342900" algn="l" rtl="0">
              <a:lnSpc>
                <a:spcPct val="100000"/>
              </a:lnSpc>
              <a:spcBef>
                <a:spcPts val="640"/>
              </a:spcBef>
              <a:spcAft>
                <a:spcPts val="0"/>
              </a:spcAft>
              <a:buClr>
                <a:srgbClr val="FF0000"/>
              </a:buClr>
              <a:buSzPts val="4800"/>
              <a:buChar char="•"/>
            </a:pPr>
            <a:r>
              <a:rPr lang="en-US"/>
              <a:t>A </a:t>
            </a:r>
            <a:r>
              <a:rPr lang="en-US" b="1">
                <a:solidFill>
                  <a:srgbClr val="FF9933"/>
                </a:solidFill>
              </a:rPr>
              <a:t>proposition</a:t>
            </a:r>
            <a:r>
              <a:rPr lang="en-US" b="1"/>
              <a:t> </a:t>
            </a:r>
            <a:r>
              <a:rPr lang="en-US"/>
              <a:t>is a statement that is either true or false but not </a:t>
            </a:r>
            <a:r>
              <a:rPr lang="en-US" i="1"/>
              <a:t>both</a:t>
            </a:r>
            <a:endParaRPr/>
          </a:p>
          <a:p>
            <a:pPr marL="342900" lvl="0" indent="-139700" algn="l" rtl="0">
              <a:lnSpc>
                <a:spcPct val="100000"/>
              </a:lnSpc>
              <a:spcBef>
                <a:spcPts val="640"/>
              </a:spcBef>
              <a:spcAft>
                <a:spcPts val="0"/>
              </a:spcAft>
              <a:buClr>
                <a:srgbClr val="FF0000"/>
              </a:buClr>
              <a:buSzPts val="3200"/>
              <a:buNone/>
            </a:pPr>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98"/>
        <p:cNvGrpSpPr/>
        <p:nvPr/>
      </p:nvGrpSpPr>
      <p:grpSpPr>
        <a:xfrm>
          <a:off x="0" y="0"/>
          <a:ext cx="0" cy="0"/>
          <a:chOff x="0" y="0"/>
          <a:chExt cx="0" cy="0"/>
        </a:xfrm>
      </p:grpSpPr>
      <p:sp>
        <p:nvSpPr>
          <p:cNvPr id="299" name="Google Shape;299;p2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Propositional Logic</a:t>
            </a:r>
            <a:endParaRPr/>
          </a:p>
        </p:txBody>
      </p:sp>
      <p:sp>
        <p:nvSpPr>
          <p:cNvPr id="300" name="Google Shape;300;p26"/>
          <p:cNvSpPr txBox="1">
            <a:spLocks noGrp="1"/>
          </p:cNvSpPr>
          <p:nvPr>
            <p:ph type="body" idx="1"/>
          </p:nvPr>
        </p:nvSpPr>
        <p:spPr>
          <a:xfrm>
            <a:off x="685800" y="1814512"/>
            <a:ext cx="8001000" cy="4343400"/>
          </a:xfrm>
          <a:prstGeom prst="rect">
            <a:avLst/>
          </a:prstGeom>
          <a:noFill/>
          <a:ln>
            <a:noFill/>
          </a:ln>
        </p:spPr>
        <p:txBody>
          <a:bodyPr spcFirstLastPara="1" wrap="square" lIns="91425" tIns="45700" rIns="91425" bIns="45700" anchor="t" anchorCtr="0">
            <a:normAutofit fontScale="92500"/>
          </a:bodyPr>
          <a:lstStyle/>
          <a:p>
            <a:pPr marL="342900" lvl="0" indent="-342900" algn="l" rtl="0">
              <a:lnSpc>
                <a:spcPct val="100000"/>
              </a:lnSpc>
              <a:spcBef>
                <a:spcPts val="0"/>
              </a:spcBef>
              <a:spcAft>
                <a:spcPts val="0"/>
              </a:spcAft>
              <a:buClr>
                <a:schemeClr val="dk1"/>
              </a:buClr>
              <a:buSzPts val="3200"/>
              <a:buChar char="•"/>
            </a:pPr>
            <a:r>
              <a:rPr lang="en-US"/>
              <a:t>Syntax</a:t>
            </a:r>
            <a:endParaRPr/>
          </a:p>
          <a:p>
            <a:pPr marL="742950" lvl="1" indent="-285750" algn="l" rtl="0">
              <a:lnSpc>
                <a:spcPct val="100000"/>
              </a:lnSpc>
              <a:spcBef>
                <a:spcPts val="560"/>
              </a:spcBef>
              <a:spcAft>
                <a:spcPts val="0"/>
              </a:spcAft>
              <a:buClr>
                <a:schemeClr val="dk1"/>
              </a:buClr>
              <a:buSzPts val="2800"/>
              <a:buChar char="–"/>
            </a:pPr>
            <a:r>
              <a:rPr lang="en-US"/>
              <a:t>Propositions, e.g. “it is wet”</a:t>
            </a:r>
            <a:endParaRPr/>
          </a:p>
          <a:p>
            <a:pPr marL="742950" lvl="1" indent="-285750" algn="l" rtl="0">
              <a:lnSpc>
                <a:spcPct val="100000"/>
              </a:lnSpc>
              <a:spcBef>
                <a:spcPts val="560"/>
              </a:spcBef>
              <a:spcAft>
                <a:spcPts val="0"/>
              </a:spcAft>
              <a:buClr>
                <a:schemeClr val="dk1"/>
              </a:buClr>
              <a:buSzPts val="2800"/>
              <a:buChar char="–"/>
            </a:pPr>
            <a:r>
              <a:rPr lang="en-US"/>
              <a:t>Connectives: and, or, not, implies, iff (equivalent)</a:t>
            </a:r>
            <a:endParaRPr/>
          </a:p>
          <a:p>
            <a:pPr marL="742950" lvl="1" indent="-285750" algn="l" rtl="0">
              <a:lnSpc>
                <a:spcPct val="100000"/>
              </a:lnSpc>
              <a:spcBef>
                <a:spcPts val="560"/>
              </a:spcBef>
              <a:spcAft>
                <a:spcPts val="0"/>
              </a:spcAft>
              <a:buClr>
                <a:schemeClr val="dk1"/>
              </a:buClr>
              <a:buSzPts val="2800"/>
              <a:buChar char="–"/>
            </a:pPr>
            <a:r>
              <a:rPr lang="en-US"/>
              <a:t>Brackets, T (true) and F (false)</a:t>
            </a:r>
            <a:endParaRPr/>
          </a:p>
          <a:p>
            <a:pPr marL="342900" lvl="0" indent="-342900" algn="l" rtl="0">
              <a:lnSpc>
                <a:spcPct val="100000"/>
              </a:lnSpc>
              <a:spcBef>
                <a:spcPts val="640"/>
              </a:spcBef>
              <a:spcAft>
                <a:spcPts val="0"/>
              </a:spcAft>
              <a:buClr>
                <a:schemeClr val="dk1"/>
              </a:buClr>
              <a:buSzPts val="3200"/>
              <a:buChar char="•"/>
            </a:pPr>
            <a:r>
              <a:rPr lang="en-US"/>
              <a:t>Semantics (Classical AKA Boolean)</a:t>
            </a:r>
            <a:endParaRPr/>
          </a:p>
          <a:p>
            <a:pPr marL="742950" lvl="1" indent="-285750" algn="l" rtl="0">
              <a:lnSpc>
                <a:spcPct val="100000"/>
              </a:lnSpc>
              <a:spcBef>
                <a:spcPts val="560"/>
              </a:spcBef>
              <a:spcAft>
                <a:spcPts val="0"/>
              </a:spcAft>
              <a:buClr>
                <a:schemeClr val="dk1"/>
              </a:buClr>
              <a:buSzPts val="2800"/>
              <a:buChar char="–"/>
            </a:pPr>
            <a:r>
              <a:rPr lang="en-US"/>
              <a:t>Define how connectives affect truth</a:t>
            </a:r>
            <a:endParaRPr/>
          </a:p>
          <a:p>
            <a:pPr marL="1143000" lvl="2" indent="-228600" algn="l" rtl="0">
              <a:lnSpc>
                <a:spcPct val="100000"/>
              </a:lnSpc>
              <a:spcBef>
                <a:spcPts val="480"/>
              </a:spcBef>
              <a:spcAft>
                <a:spcPts val="0"/>
              </a:spcAft>
              <a:buClr>
                <a:schemeClr val="dk1"/>
              </a:buClr>
              <a:buSzPts val="2400"/>
              <a:buChar char="•"/>
            </a:pPr>
            <a:r>
              <a:rPr lang="en-US"/>
              <a:t>“P and Q” is true if and only if P is true and Q is true</a:t>
            </a:r>
            <a:endParaRPr/>
          </a:p>
          <a:p>
            <a:pPr marL="742950" lvl="1" indent="-285750" algn="l" rtl="0">
              <a:lnSpc>
                <a:spcPct val="100000"/>
              </a:lnSpc>
              <a:spcBef>
                <a:spcPts val="560"/>
              </a:spcBef>
              <a:spcAft>
                <a:spcPts val="0"/>
              </a:spcAft>
              <a:buClr>
                <a:schemeClr val="dk1"/>
              </a:buClr>
              <a:buSzPts val="2800"/>
              <a:buChar char="–"/>
            </a:pPr>
            <a:r>
              <a:rPr lang="en-US"/>
              <a:t>Use </a:t>
            </a:r>
            <a:r>
              <a:rPr lang="en-US" b="1"/>
              <a:t>truth tables</a:t>
            </a:r>
            <a:r>
              <a:rPr lang="en-US"/>
              <a:t> to work out the truth of statements</a:t>
            </a:r>
            <a:endParaRPr/>
          </a:p>
        </p:txBody>
      </p:sp>
      <p:pic>
        <p:nvPicPr>
          <p:cNvPr id="301" name="Google Shape;301;p26"/>
          <p:cNvPicPr preferRelativeResize="0"/>
          <p:nvPr/>
        </p:nvPicPr>
        <p:blipFill rotWithShape="1">
          <a:blip r:embed="rId3">
            <a:alphaModFix/>
          </a:blip>
          <a:srcRect/>
          <a:stretch/>
        </p:blipFill>
        <p:spPr>
          <a:xfrm>
            <a:off x="6778216" y="3829483"/>
            <a:ext cx="2223768" cy="31345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305"/>
        <p:cNvGrpSpPr/>
        <p:nvPr/>
      </p:nvGrpSpPr>
      <p:grpSpPr>
        <a:xfrm>
          <a:off x="0" y="0"/>
          <a:ext cx="0" cy="0"/>
          <a:chOff x="0" y="0"/>
          <a:chExt cx="0" cy="0"/>
        </a:xfrm>
      </p:grpSpPr>
      <p:sp>
        <p:nvSpPr>
          <p:cNvPr id="306" name="Google Shape;306;p27"/>
          <p:cNvSpPr txBox="1">
            <a:spLocks noGrp="1"/>
          </p:cNvSpPr>
          <p:nvPr>
            <p:ph type="title"/>
          </p:nvPr>
        </p:nvSpPr>
        <p:spPr>
          <a:xfrm>
            <a:off x="914400" y="277813"/>
            <a:ext cx="7772400" cy="71596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800"/>
              <a:buFont typeface="Calibri"/>
              <a:buNone/>
            </a:pPr>
            <a:r>
              <a:rPr lang="en-US" sz="3800" b="1">
                <a:solidFill>
                  <a:schemeClr val="dk1"/>
                </a:solidFill>
              </a:rPr>
              <a:t>How to determine Propositions??</a:t>
            </a:r>
            <a:endParaRPr sz="3800">
              <a:solidFill>
                <a:schemeClr val="dk1"/>
              </a:solidFill>
            </a:endParaRPr>
          </a:p>
        </p:txBody>
      </p:sp>
      <p:sp>
        <p:nvSpPr>
          <p:cNvPr id="307" name="Google Shape;307;p27"/>
          <p:cNvSpPr txBox="1">
            <a:spLocks noGrp="1"/>
          </p:cNvSpPr>
          <p:nvPr>
            <p:ph type="body" idx="1"/>
          </p:nvPr>
        </p:nvSpPr>
        <p:spPr>
          <a:xfrm>
            <a:off x="914400" y="1752600"/>
            <a:ext cx="8001000" cy="4495800"/>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rgbClr val="FF0000"/>
              </a:buClr>
              <a:buSzPts val="3900"/>
              <a:buChar char="•"/>
            </a:pPr>
            <a:r>
              <a:rPr lang="en-US" sz="2600" dirty="0"/>
              <a:t>It is possible to determine whether any given statement is a proposition by prefixing it with</a:t>
            </a:r>
            <a:endParaRPr dirty="0"/>
          </a:p>
          <a:p>
            <a:pPr marL="342900" lvl="0" indent="-342900" algn="l" rtl="0">
              <a:lnSpc>
                <a:spcPct val="90000"/>
              </a:lnSpc>
              <a:spcBef>
                <a:spcPts val="520"/>
              </a:spcBef>
              <a:spcAft>
                <a:spcPts val="0"/>
              </a:spcAft>
              <a:buClr>
                <a:srgbClr val="FF0000"/>
              </a:buClr>
              <a:buSzPts val="3900"/>
              <a:buFont typeface="Noto Sans Symbols"/>
              <a:buNone/>
            </a:pPr>
            <a:r>
              <a:rPr lang="en-US" sz="2600" i="1" dirty="0"/>
              <a:t>			</a:t>
            </a:r>
            <a:r>
              <a:rPr lang="en-US" sz="2600" i="1" dirty="0">
                <a:solidFill>
                  <a:srgbClr val="FF9933"/>
                </a:solidFill>
              </a:rPr>
              <a:t>It is true that . . .</a:t>
            </a:r>
            <a:endParaRPr dirty="0"/>
          </a:p>
          <a:p>
            <a:pPr marL="342900" lvl="0" indent="-342900" algn="l" rtl="0">
              <a:lnSpc>
                <a:spcPct val="90000"/>
              </a:lnSpc>
              <a:spcBef>
                <a:spcPts val="520"/>
              </a:spcBef>
              <a:spcAft>
                <a:spcPts val="0"/>
              </a:spcAft>
              <a:buClr>
                <a:srgbClr val="FF0000"/>
              </a:buClr>
              <a:buSzPts val="3900"/>
              <a:buFont typeface="Noto Sans Symbols"/>
              <a:buNone/>
            </a:pPr>
            <a:r>
              <a:rPr lang="en-US" sz="2600" dirty="0"/>
              <a:t>	and seeing whether the result makes grammatical sense.</a:t>
            </a:r>
            <a:endParaRPr dirty="0"/>
          </a:p>
          <a:p>
            <a:pPr marL="342900" lvl="0" indent="-342900" algn="l" rtl="0">
              <a:lnSpc>
                <a:spcPct val="90000"/>
              </a:lnSpc>
              <a:spcBef>
                <a:spcPts val="520"/>
              </a:spcBef>
              <a:spcAft>
                <a:spcPts val="0"/>
              </a:spcAft>
              <a:buClr>
                <a:srgbClr val="FF0000"/>
              </a:buClr>
              <a:buSzPts val="3900"/>
              <a:buChar char="•"/>
            </a:pPr>
            <a:r>
              <a:rPr lang="en-US" sz="2600" dirty="0"/>
              <a:t>Propositions are often abbreviated using </a:t>
            </a:r>
            <a:r>
              <a:rPr lang="en-US" sz="2600" i="1" dirty="0"/>
              <a:t>propositional </a:t>
            </a:r>
            <a:r>
              <a:rPr lang="en-US" sz="2600" i="1" dirty="0">
                <a:solidFill>
                  <a:srgbClr val="FF9933"/>
                </a:solidFill>
              </a:rPr>
              <a:t>variables</a:t>
            </a:r>
            <a:r>
              <a:rPr lang="en-US" sz="2600" i="1" dirty="0"/>
              <a:t> </a:t>
            </a:r>
            <a:r>
              <a:rPr lang="en-US" sz="2600" dirty="0" err="1"/>
              <a:t>eg</a:t>
            </a:r>
            <a:r>
              <a:rPr lang="en-US" sz="2600" dirty="0"/>
              <a:t> </a:t>
            </a:r>
            <a:r>
              <a:rPr lang="en-US" sz="2600" i="1" dirty="0">
                <a:latin typeface="Times New Roman"/>
                <a:ea typeface="Times New Roman"/>
                <a:cs typeface="Times New Roman"/>
                <a:sym typeface="Times New Roman"/>
              </a:rPr>
              <a:t>p, q, r</a:t>
            </a:r>
            <a:r>
              <a:rPr lang="en-US" sz="2600" dirty="0"/>
              <a:t>.</a:t>
            </a:r>
            <a:endParaRPr dirty="0"/>
          </a:p>
          <a:p>
            <a:pPr marL="342900" lvl="0" indent="-342900" algn="l" rtl="0">
              <a:lnSpc>
                <a:spcPct val="90000"/>
              </a:lnSpc>
              <a:spcBef>
                <a:spcPts val="520"/>
              </a:spcBef>
              <a:spcAft>
                <a:spcPts val="0"/>
              </a:spcAft>
              <a:buClr>
                <a:srgbClr val="FF0000"/>
              </a:buClr>
              <a:buSzPts val="3900"/>
              <a:buChar char="•"/>
            </a:pPr>
            <a:r>
              <a:rPr lang="en-US" sz="2600" dirty="0"/>
              <a:t>Thus we must </a:t>
            </a:r>
            <a:r>
              <a:rPr lang="en-US" sz="2600" dirty="0">
                <a:solidFill>
                  <a:srgbClr val="FF9933"/>
                </a:solidFill>
              </a:rPr>
              <a:t>associate</a:t>
            </a:r>
            <a:r>
              <a:rPr lang="en-US" sz="2600" dirty="0"/>
              <a:t> the propositional variable with its meaning i.e.</a:t>
            </a:r>
            <a:endParaRPr dirty="0"/>
          </a:p>
          <a:p>
            <a:pPr marL="342900" lvl="0" indent="-342900" algn="l" rtl="0">
              <a:lnSpc>
                <a:spcPct val="90000"/>
              </a:lnSpc>
              <a:spcBef>
                <a:spcPts val="520"/>
              </a:spcBef>
              <a:spcAft>
                <a:spcPts val="0"/>
              </a:spcAft>
              <a:buClr>
                <a:schemeClr val="dk1"/>
              </a:buClr>
              <a:buSzPts val="3900"/>
              <a:buFont typeface="Noto Sans Symbols"/>
              <a:buNone/>
            </a:pPr>
            <a:r>
              <a:rPr lang="en-US" sz="2600" dirty="0"/>
              <a:t>		   	</a:t>
            </a:r>
            <a:r>
              <a:rPr lang="en-US" sz="2600" dirty="0">
                <a:solidFill>
                  <a:srgbClr val="FF9933"/>
                </a:solidFill>
              </a:rPr>
              <a:t>Let</a:t>
            </a:r>
            <a:r>
              <a:rPr lang="en-US" sz="2600" dirty="0"/>
              <a:t> </a:t>
            </a:r>
            <a:r>
              <a:rPr lang="en-US" sz="2600" i="1" dirty="0">
                <a:latin typeface="Times New Roman"/>
                <a:ea typeface="Times New Roman"/>
                <a:cs typeface="Times New Roman"/>
                <a:sym typeface="Times New Roman"/>
              </a:rPr>
              <a:t>p</a:t>
            </a:r>
            <a:r>
              <a:rPr lang="en-US" sz="2600" dirty="0"/>
              <a:t> </a:t>
            </a:r>
            <a:r>
              <a:rPr lang="en-US" sz="2600" dirty="0">
                <a:solidFill>
                  <a:srgbClr val="FF9933"/>
                </a:solidFill>
              </a:rPr>
              <a:t>be</a:t>
            </a:r>
            <a:r>
              <a:rPr lang="en-US" sz="2600" dirty="0"/>
              <a:t> </a:t>
            </a:r>
            <a:r>
              <a:rPr lang="en-US" sz="2600" i="1" dirty="0"/>
              <a:t>Anwar is Prime Minister</a:t>
            </a:r>
            <a:r>
              <a:rPr lang="en-US" sz="2600" dirty="0"/>
              <a:t>.</a:t>
            </a:r>
            <a:endParaRPr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311"/>
        <p:cNvGrpSpPr/>
        <p:nvPr/>
      </p:nvGrpSpPr>
      <p:grpSpPr>
        <a:xfrm>
          <a:off x="0" y="0"/>
          <a:ext cx="0" cy="0"/>
          <a:chOff x="0" y="0"/>
          <a:chExt cx="0" cy="0"/>
        </a:xfrm>
      </p:grpSpPr>
      <p:sp>
        <p:nvSpPr>
          <p:cNvPr id="312" name="Google Shape;312;p28"/>
          <p:cNvSpPr txBox="1">
            <a:spLocks noGrp="1"/>
          </p:cNvSpPr>
          <p:nvPr>
            <p:ph type="title"/>
          </p:nvPr>
        </p:nvSpPr>
        <p:spPr>
          <a:xfrm>
            <a:off x="1828800" y="304800"/>
            <a:ext cx="4648200" cy="573088"/>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sz="3800" b="1">
                <a:solidFill>
                  <a:schemeClr val="dk1"/>
                </a:solidFill>
              </a:rPr>
              <a:t>Connectives</a:t>
            </a:r>
            <a:endParaRPr sz="3800">
              <a:solidFill>
                <a:schemeClr val="dk1"/>
              </a:solidFill>
            </a:endParaRPr>
          </a:p>
        </p:txBody>
      </p:sp>
      <p:sp>
        <p:nvSpPr>
          <p:cNvPr id="313" name="Google Shape;313;p28"/>
          <p:cNvSpPr txBox="1">
            <a:spLocks noGrp="1"/>
          </p:cNvSpPr>
          <p:nvPr>
            <p:ph type="body" idx="1"/>
          </p:nvPr>
        </p:nvSpPr>
        <p:spPr>
          <a:xfrm>
            <a:off x="1143000" y="1828800"/>
            <a:ext cx="7620000" cy="4114800"/>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rgbClr val="FF0000"/>
              </a:buClr>
              <a:buSzPts val="3300"/>
              <a:buChar char="•"/>
            </a:pPr>
            <a:r>
              <a:rPr lang="en-US" sz="2200"/>
              <a:t>Propositions may be </a:t>
            </a:r>
            <a:r>
              <a:rPr lang="en-US" sz="2200">
                <a:solidFill>
                  <a:srgbClr val="FF9933"/>
                </a:solidFill>
              </a:rPr>
              <a:t>combined</a:t>
            </a:r>
            <a:r>
              <a:rPr lang="en-US" sz="2200"/>
              <a:t> with other propositions to form </a:t>
            </a:r>
            <a:r>
              <a:rPr lang="en-US" sz="2200" b="1">
                <a:solidFill>
                  <a:srgbClr val="FF9933"/>
                </a:solidFill>
              </a:rPr>
              <a:t>compound propositions</a:t>
            </a:r>
            <a:r>
              <a:rPr lang="en-US" sz="2200"/>
              <a:t>. These in turn may be combined into further propositions.</a:t>
            </a:r>
            <a:endParaRPr/>
          </a:p>
          <a:p>
            <a:pPr marL="342900" lvl="0" indent="-342900" algn="l" rtl="0">
              <a:lnSpc>
                <a:spcPct val="90000"/>
              </a:lnSpc>
              <a:spcBef>
                <a:spcPts val="440"/>
              </a:spcBef>
              <a:spcAft>
                <a:spcPts val="0"/>
              </a:spcAft>
              <a:buClr>
                <a:srgbClr val="FF0000"/>
              </a:buClr>
              <a:buSzPts val="3300"/>
              <a:buChar char="•"/>
            </a:pPr>
            <a:r>
              <a:rPr lang="en-US" sz="2200"/>
              <a:t>The connectives that may be used are</a:t>
            </a:r>
            <a:endParaRPr/>
          </a:p>
          <a:p>
            <a:pPr marL="342900" lvl="0" indent="-342900" algn="l" rtl="0">
              <a:lnSpc>
                <a:spcPct val="90000"/>
              </a:lnSpc>
              <a:spcBef>
                <a:spcPts val="440"/>
              </a:spcBef>
              <a:spcAft>
                <a:spcPts val="0"/>
              </a:spcAft>
              <a:buClr>
                <a:srgbClr val="FF0000"/>
              </a:buClr>
              <a:buSzPts val="3300"/>
              <a:buFont typeface="Noto Sans Symbols"/>
              <a:buNone/>
            </a:pPr>
            <a:r>
              <a:rPr lang="en-US" sz="2200"/>
              <a:t>		and 			conjunction (&amp; or .)</a:t>
            </a:r>
            <a:endParaRPr/>
          </a:p>
          <a:p>
            <a:pPr marL="342900" lvl="0" indent="-342900" algn="l" rtl="0">
              <a:lnSpc>
                <a:spcPct val="90000"/>
              </a:lnSpc>
              <a:spcBef>
                <a:spcPts val="440"/>
              </a:spcBef>
              <a:spcAft>
                <a:spcPts val="0"/>
              </a:spcAft>
              <a:buClr>
                <a:srgbClr val="FF0000"/>
              </a:buClr>
              <a:buSzPts val="3300"/>
              <a:buFont typeface="Noto Sans Symbols"/>
              <a:buNone/>
            </a:pPr>
            <a:r>
              <a:rPr lang="en-US" sz="2200"/>
              <a:t>		or 			disjunction (| or +)</a:t>
            </a:r>
            <a:endParaRPr/>
          </a:p>
          <a:p>
            <a:pPr marL="342900" lvl="0" indent="-342900" algn="l" rtl="0">
              <a:lnSpc>
                <a:spcPct val="90000"/>
              </a:lnSpc>
              <a:spcBef>
                <a:spcPts val="440"/>
              </a:spcBef>
              <a:spcAft>
                <a:spcPts val="0"/>
              </a:spcAft>
              <a:buClr>
                <a:srgbClr val="FF0000"/>
              </a:buClr>
              <a:buSzPts val="3300"/>
              <a:buFont typeface="Noto Sans Symbols"/>
              <a:buNone/>
            </a:pPr>
            <a:r>
              <a:rPr lang="en-US" sz="2200"/>
              <a:t>		not 			negation (~)</a:t>
            </a:r>
            <a:endParaRPr/>
          </a:p>
          <a:p>
            <a:pPr marL="342900" lvl="0" indent="-342900" algn="l" rtl="0">
              <a:lnSpc>
                <a:spcPct val="90000"/>
              </a:lnSpc>
              <a:spcBef>
                <a:spcPts val="440"/>
              </a:spcBef>
              <a:spcAft>
                <a:spcPts val="0"/>
              </a:spcAft>
              <a:buClr>
                <a:srgbClr val="FF0000"/>
              </a:buClr>
              <a:buSzPts val="3300"/>
              <a:buFont typeface="Noto Sans Symbols"/>
              <a:buNone/>
            </a:pPr>
            <a:r>
              <a:rPr lang="en-US" sz="2200"/>
              <a:t>		if . . .then	 	implication (        )</a:t>
            </a:r>
            <a:endParaRPr/>
          </a:p>
          <a:p>
            <a:pPr marL="342900" lvl="0" indent="-342900" algn="l" rtl="0">
              <a:lnSpc>
                <a:spcPct val="90000"/>
              </a:lnSpc>
              <a:spcBef>
                <a:spcPts val="440"/>
              </a:spcBef>
              <a:spcAft>
                <a:spcPts val="0"/>
              </a:spcAft>
              <a:buClr>
                <a:srgbClr val="FF0000"/>
              </a:buClr>
              <a:buSzPts val="3300"/>
              <a:buFont typeface="Noto Sans Symbols"/>
              <a:buNone/>
            </a:pPr>
            <a:r>
              <a:rPr lang="en-US" sz="2200"/>
              <a:t>		if and only if 	              equivalence (           )</a:t>
            </a:r>
            <a:endParaRPr/>
          </a:p>
          <a:p>
            <a:pPr marL="342900" lvl="0" indent="-342900" algn="l" rtl="0">
              <a:lnSpc>
                <a:spcPct val="90000"/>
              </a:lnSpc>
              <a:spcBef>
                <a:spcPts val="440"/>
              </a:spcBef>
              <a:spcAft>
                <a:spcPts val="0"/>
              </a:spcAft>
              <a:buClr>
                <a:srgbClr val="FF0000"/>
              </a:buClr>
              <a:buSzPts val="3300"/>
              <a:buChar char="•"/>
            </a:pPr>
            <a:r>
              <a:rPr lang="en-US" sz="2200"/>
              <a:t>Some books use different notations. Some of these are given in parentheses.</a:t>
            </a:r>
            <a:endParaRPr/>
          </a:p>
          <a:p>
            <a:pPr marL="342900" lvl="0" indent="-203200" algn="l" rtl="0">
              <a:lnSpc>
                <a:spcPct val="90000"/>
              </a:lnSpc>
              <a:spcBef>
                <a:spcPts val="440"/>
              </a:spcBef>
              <a:spcAft>
                <a:spcPts val="0"/>
              </a:spcAft>
              <a:buClr>
                <a:schemeClr val="dk1"/>
              </a:buClr>
              <a:buSzPts val="2200"/>
              <a:buNone/>
            </a:pPr>
            <a:endParaRPr sz="2200"/>
          </a:p>
        </p:txBody>
      </p:sp>
      <p:pic>
        <p:nvPicPr>
          <p:cNvPr id="314" name="Google Shape;314;p28"/>
          <p:cNvPicPr preferRelativeResize="0">
            <a:picLocks noGrp="1"/>
          </p:cNvPicPr>
          <p:nvPr>
            <p:ph type="body" idx="2"/>
          </p:nvPr>
        </p:nvPicPr>
        <p:blipFill rotWithShape="1">
          <a:blip r:embed="rId3">
            <a:alphaModFix/>
          </a:blip>
          <a:srcRect/>
          <a:stretch/>
        </p:blipFill>
        <p:spPr>
          <a:xfrm>
            <a:off x="1371600" y="3352800"/>
            <a:ext cx="366713" cy="279400"/>
          </a:xfrm>
          <a:prstGeom prst="rect">
            <a:avLst/>
          </a:prstGeom>
          <a:noFill/>
          <a:ln>
            <a:noFill/>
          </a:ln>
        </p:spPr>
      </p:pic>
      <p:pic>
        <p:nvPicPr>
          <p:cNvPr id="315" name="Google Shape;315;p28"/>
          <p:cNvPicPr preferRelativeResize="0">
            <a:picLocks noGrp="1"/>
          </p:cNvPicPr>
          <p:nvPr>
            <p:ph type="body" idx="3"/>
          </p:nvPr>
        </p:nvPicPr>
        <p:blipFill rotWithShape="1">
          <a:blip r:embed="rId4">
            <a:alphaModFix/>
          </a:blip>
          <a:srcRect/>
          <a:stretch/>
        </p:blipFill>
        <p:spPr>
          <a:xfrm>
            <a:off x="1447800" y="3657600"/>
            <a:ext cx="334963" cy="347663"/>
          </a:xfrm>
          <a:prstGeom prst="rect">
            <a:avLst/>
          </a:prstGeom>
          <a:noFill/>
          <a:ln>
            <a:noFill/>
          </a:ln>
        </p:spPr>
      </p:pic>
      <p:pic>
        <p:nvPicPr>
          <p:cNvPr id="316" name="Google Shape;316;p28"/>
          <p:cNvPicPr preferRelativeResize="0"/>
          <p:nvPr/>
        </p:nvPicPr>
        <p:blipFill rotWithShape="1">
          <a:blip r:embed="rId5">
            <a:alphaModFix/>
          </a:blip>
          <a:srcRect/>
          <a:stretch/>
        </p:blipFill>
        <p:spPr>
          <a:xfrm>
            <a:off x="1371600" y="4038600"/>
            <a:ext cx="452438" cy="296863"/>
          </a:xfrm>
          <a:prstGeom prst="rect">
            <a:avLst/>
          </a:prstGeom>
          <a:noFill/>
          <a:ln>
            <a:noFill/>
          </a:ln>
        </p:spPr>
      </p:pic>
      <p:pic>
        <p:nvPicPr>
          <p:cNvPr id="317" name="Google Shape;317;p28"/>
          <p:cNvPicPr preferRelativeResize="0"/>
          <p:nvPr/>
        </p:nvPicPr>
        <p:blipFill rotWithShape="1">
          <a:blip r:embed="rId6">
            <a:alphaModFix/>
          </a:blip>
          <a:srcRect/>
          <a:stretch/>
        </p:blipFill>
        <p:spPr>
          <a:xfrm>
            <a:off x="1447800" y="4419600"/>
            <a:ext cx="419100" cy="255588"/>
          </a:xfrm>
          <a:prstGeom prst="rect">
            <a:avLst/>
          </a:prstGeom>
          <a:noFill/>
          <a:ln>
            <a:noFill/>
          </a:ln>
        </p:spPr>
      </p:pic>
      <p:pic>
        <p:nvPicPr>
          <p:cNvPr id="318" name="Google Shape;318;p28"/>
          <p:cNvPicPr preferRelativeResize="0"/>
          <p:nvPr/>
        </p:nvPicPr>
        <p:blipFill rotWithShape="1">
          <a:blip r:embed="rId7">
            <a:alphaModFix/>
          </a:blip>
          <a:srcRect/>
          <a:stretch/>
        </p:blipFill>
        <p:spPr>
          <a:xfrm>
            <a:off x="6395059" y="4724400"/>
            <a:ext cx="550863" cy="320675"/>
          </a:xfrm>
          <a:prstGeom prst="rect">
            <a:avLst/>
          </a:prstGeom>
          <a:noFill/>
          <a:ln>
            <a:noFill/>
          </a:ln>
        </p:spPr>
      </p:pic>
      <p:pic>
        <p:nvPicPr>
          <p:cNvPr id="319" name="Google Shape;319;p28"/>
          <p:cNvPicPr preferRelativeResize="0"/>
          <p:nvPr/>
        </p:nvPicPr>
        <p:blipFill rotWithShape="1">
          <a:blip r:embed="rId8">
            <a:alphaModFix/>
          </a:blip>
          <a:srcRect/>
          <a:stretch/>
        </p:blipFill>
        <p:spPr>
          <a:xfrm>
            <a:off x="6400800" y="4419600"/>
            <a:ext cx="287338" cy="214313"/>
          </a:xfrm>
          <a:prstGeom prst="rect">
            <a:avLst/>
          </a:prstGeom>
          <a:noFill/>
          <a:ln>
            <a:noFill/>
          </a:ln>
        </p:spPr>
      </p:pic>
      <p:pic>
        <p:nvPicPr>
          <p:cNvPr id="320" name="Google Shape;320;p28"/>
          <p:cNvPicPr preferRelativeResize="0"/>
          <p:nvPr/>
        </p:nvPicPr>
        <p:blipFill rotWithShape="1">
          <a:blip r:embed="rId9">
            <a:alphaModFix/>
          </a:blip>
          <a:srcRect/>
          <a:stretch/>
        </p:blipFill>
        <p:spPr>
          <a:xfrm>
            <a:off x="1524000" y="4724400"/>
            <a:ext cx="287338" cy="173038"/>
          </a:xfrm>
          <a:prstGeom prst="rect">
            <a:avLst/>
          </a:prstGeom>
          <a:noFill/>
          <a:ln>
            <a:noFill/>
          </a:ln>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25" name="Google Shape;325;p29"/>
          <p:cNvSpPr txBox="1">
            <a:spLocks noGrp="1"/>
          </p:cNvSpPr>
          <p:nvPr>
            <p:ph type="title"/>
          </p:nvPr>
        </p:nvSpPr>
        <p:spPr>
          <a:xfrm>
            <a:off x="914400" y="277813"/>
            <a:ext cx="77724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solidFill>
                  <a:schemeClr val="dk1"/>
                </a:solidFill>
              </a:rPr>
              <a:t>Propositional Logic: Syntax</a:t>
            </a:r>
            <a:endParaRPr>
              <a:solidFill>
                <a:schemeClr val="dk1"/>
              </a:solidFill>
            </a:endParaRPr>
          </a:p>
        </p:txBody>
      </p:sp>
      <p:sp>
        <p:nvSpPr>
          <p:cNvPr id="326" name="Google Shape;326;p29"/>
          <p:cNvSpPr txBox="1">
            <a:spLocks noGrp="1"/>
          </p:cNvSpPr>
          <p:nvPr>
            <p:ph type="body" idx="1"/>
          </p:nvPr>
        </p:nvSpPr>
        <p:spPr>
          <a:xfrm>
            <a:off x="762000" y="1828800"/>
            <a:ext cx="8001000" cy="36576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rgbClr val="FF0000"/>
              </a:buClr>
              <a:buSzPts val="3000"/>
              <a:buChar char="•"/>
            </a:pPr>
            <a:r>
              <a:rPr lang="en-US" sz="2000"/>
              <a:t>The proposition </a:t>
            </a:r>
            <a:r>
              <a:rPr lang="en-US" sz="2000">
                <a:solidFill>
                  <a:srgbClr val="FF9933"/>
                </a:solidFill>
              </a:rPr>
              <a:t>symbols</a:t>
            </a:r>
            <a:r>
              <a:rPr lang="en-US" sz="2000"/>
              <a:t> </a:t>
            </a:r>
            <a:r>
              <a:rPr lang="en-US" sz="2000" i="1">
                <a:latin typeface="Times New Roman"/>
                <a:ea typeface="Times New Roman"/>
                <a:cs typeface="Times New Roman"/>
                <a:sym typeface="Times New Roman"/>
              </a:rPr>
              <a:t>P1, P2</a:t>
            </a:r>
            <a:r>
              <a:rPr lang="en-US" sz="2000"/>
              <a:t> etc are sentences</a:t>
            </a:r>
            <a:endParaRPr/>
          </a:p>
          <a:p>
            <a:pPr marL="342900" lvl="0" indent="-342900" algn="l" rtl="0">
              <a:lnSpc>
                <a:spcPct val="100000"/>
              </a:lnSpc>
              <a:spcBef>
                <a:spcPts val="400"/>
              </a:spcBef>
              <a:spcAft>
                <a:spcPts val="0"/>
              </a:spcAft>
              <a:buClr>
                <a:srgbClr val="FF0000"/>
              </a:buClr>
              <a:buSzPts val="3000"/>
              <a:buChar char="•"/>
            </a:pPr>
            <a:r>
              <a:rPr lang="en-US" sz="2000"/>
              <a:t>If </a:t>
            </a:r>
            <a:r>
              <a:rPr lang="en-US" sz="2000" i="1">
                <a:latin typeface="Times New Roman"/>
                <a:ea typeface="Times New Roman"/>
                <a:cs typeface="Times New Roman"/>
                <a:sym typeface="Times New Roman"/>
              </a:rPr>
              <a:t>S</a:t>
            </a:r>
            <a:r>
              <a:rPr lang="en-US" sz="2000"/>
              <a:t> is a sentence,        </a:t>
            </a:r>
            <a:r>
              <a:rPr lang="en-US" sz="2000" i="1">
                <a:latin typeface="Times New Roman"/>
                <a:ea typeface="Times New Roman"/>
                <a:cs typeface="Times New Roman"/>
                <a:sym typeface="Times New Roman"/>
              </a:rPr>
              <a:t>S</a:t>
            </a:r>
            <a:r>
              <a:rPr lang="en-US" sz="2000"/>
              <a:t> is a sentence (</a:t>
            </a:r>
            <a:r>
              <a:rPr lang="en-US" sz="2000" i="1"/>
              <a:t>negation</a:t>
            </a:r>
            <a:r>
              <a:rPr lang="en-US" sz="2000"/>
              <a:t>)</a:t>
            </a:r>
            <a:endParaRPr/>
          </a:p>
          <a:p>
            <a:pPr marL="342900" lvl="0" indent="-342900" algn="l" rtl="0">
              <a:lnSpc>
                <a:spcPct val="100000"/>
              </a:lnSpc>
              <a:spcBef>
                <a:spcPts val="400"/>
              </a:spcBef>
              <a:spcAft>
                <a:spcPts val="0"/>
              </a:spcAft>
              <a:buClr>
                <a:srgbClr val="FF0000"/>
              </a:buClr>
              <a:buSzPts val="3000"/>
              <a:buChar char="•"/>
            </a:pPr>
            <a:r>
              <a:rPr lang="en-US" sz="2000"/>
              <a:t>If </a:t>
            </a:r>
            <a:r>
              <a:rPr lang="en-US" sz="2000" i="1">
                <a:latin typeface="Times New Roman"/>
                <a:ea typeface="Times New Roman"/>
                <a:cs typeface="Times New Roman"/>
                <a:sym typeface="Times New Roman"/>
              </a:rPr>
              <a:t>S</a:t>
            </a:r>
            <a:r>
              <a:rPr lang="en-US" sz="2000" i="1" baseline="-25000">
                <a:latin typeface="Times New Roman"/>
                <a:ea typeface="Times New Roman"/>
                <a:cs typeface="Times New Roman"/>
                <a:sym typeface="Times New Roman"/>
              </a:rPr>
              <a:t>1</a:t>
            </a:r>
            <a:r>
              <a:rPr lang="en-US" sz="2000"/>
              <a:t> and </a:t>
            </a:r>
            <a:r>
              <a:rPr lang="en-US" sz="2000" i="1">
                <a:latin typeface="Times New Roman"/>
                <a:ea typeface="Times New Roman"/>
                <a:cs typeface="Times New Roman"/>
                <a:sym typeface="Times New Roman"/>
              </a:rPr>
              <a:t>S</a:t>
            </a:r>
            <a:r>
              <a:rPr lang="en-US" sz="2000" i="1" baseline="-25000">
                <a:latin typeface="Times New Roman"/>
                <a:ea typeface="Times New Roman"/>
                <a:cs typeface="Times New Roman"/>
                <a:sym typeface="Times New Roman"/>
              </a:rPr>
              <a:t>2</a:t>
            </a:r>
            <a:r>
              <a:rPr lang="en-US" sz="2000"/>
              <a:t> are sentences, </a:t>
            </a:r>
            <a:r>
              <a:rPr lang="en-US" sz="2000" i="1">
                <a:latin typeface="Times New Roman"/>
                <a:ea typeface="Times New Roman"/>
                <a:cs typeface="Times New Roman"/>
                <a:sym typeface="Times New Roman"/>
              </a:rPr>
              <a:t>S</a:t>
            </a:r>
            <a:r>
              <a:rPr lang="en-US" sz="2000" i="1" baseline="-25000">
                <a:latin typeface="Times New Roman"/>
                <a:ea typeface="Times New Roman"/>
                <a:cs typeface="Times New Roman"/>
                <a:sym typeface="Times New Roman"/>
              </a:rPr>
              <a:t>1</a:t>
            </a:r>
            <a:r>
              <a:rPr lang="en-US" sz="2000"/>
              <a:t>        </a:t>
            </a:r>
            <a:r>
              <a:rPr lang="en-US" sz="2000" i="1">
                <a:latin typeface="Times New Roman"/>
                <a:ea typeface="Times New Roman"/>
                <a:cs typeface="Times New Roman"/>
                <a:sym typeface="Times New Roman"/>
              </a:rPr>
              <a:t>S</a:t>
            </a:r>
            <a:r>
              <a:rPr lang="en-US" sz="2000" i="1" baseline="-25000">
                <a:latin typeface="Times New Roman"/>
                <a:ea typeface="Times New Roman"/>
                <a:cs typeface="Times New Roman"/>
                <a:sym typeface="Times New Roman"/>
              </a:rPr>
              <a:t>2  </a:t>
            </a:r>
            <a:r>
              <a:rPr lang="en-US" sz="2000"/>
              <a:t>is a sentence (</a:t>
            </a:r>
            <a:r>
              <a:rPr lang="en-US" sz="2000" i="1"/>
              <a:t>conjunction</a:t>
            </a:r>
            <a:r>
              <a:rPr lang="en-US" sz="2000"/>
              <a:t>)</a:t>
            </a:r>
            <a:endParaRPr/>
          </a:p>
          <a:p>
            <a:pPr marL="342900" lvl="0" indent="-342900" algn="l" rtl="0">
              <a:lnSpc>
                <a:spcPct val="100000"/>
              </a:lnSpc>
              <a:spcBef>
                <a:spcPts val="400"/>
              </a:spcBef>
              <a:spcAft>
                <a:spcPts val="0"/>
              </a:spcAft>
              <a:buClr>
                <a:srgbClr val="FF0000"/>
              </a:buClr>
              <a:buSzPts val="3000"/>
              <a:buChar char="•"/>
            </a:pPr>
            <a:r>
              <a:rPr lang="en-US" sz="2000"/>
              <a:t>If </a:t>
            </a:r>
            <a:r>
              <a:rPr lang="en-US" sz="2000" i="1">
                <a:latin typeface="Times New Roman"/>
                <a:ea typeface="Times New Roman"/>
                <a:cs typeface="Times New Roman"/>
                <a:sym typeface="Times New Roman"/>
              </a:rPr>
              <a:t>S</a:t>
            </a:r>
            <a:r>
              <a:rPr lang="en-US" sz="2000" i="1" baseline="-25000">
                <a:latin typeface="Times New Roman"/>
                <a:ea typeface="Times New Roman"/>
                <a:cs typeface="Times New Roman"/>
                <a:sym typeface="Times New Roman"/>
              </a:rPr>
              <a:t>1</a:t>
            </a:r>
            <a:r>
              <a:rPr lang="en-US" sz="2000"/>
              <a:t> and </a:t>
            </a:r>
            <a:r>
              <a:rPr lang="en-US" sz="2000" i="1">
                <a:latin typeface="Times New Roman"/>
                <a:ea typeface="Times New Roman"/>
                <a:cs typeface="Times New Roman"/>
                <a:sym typeface="Times New Roman"/>
              </a:rPr>
              <a:t>S</a:t>
            </a:r>
            <a:r>
              <a:rPr lang="en-US" sz="2000" i="1" baseline="-25000">
                <a:latin typeface="Times New Roman"/>
                <a:ea typeface="Times New Roman"/>
                <a:cs typeface="Times New Roman"/>
                <a:sym typeface="Times New Roman"/>
              </a:rPr>
              <a:t>2</a:t>
            </a:r>
            <a:r>
              <a:rPr lang="en-US" sz="2000"/>
              <a:t> are sentences, </a:t>
            </a:r>
            <a:r>
              <a:rPr lang="en-US" sz="2000" i="1">
                <a:latin typeface="Times New Roman"/>
                <a:ea typeface="Times New Roman"/>
                <a:cs typeface="Times New Roman"/>
                <a:sym typeface="Times New Roman"/>
              </a:rPr>
              <a:t>S</a:t>
            </a:r>
            <a:r>
              <a:rPr lang="en-US" sz="2000" i="1" baseline="-25000">
                <a:latin typeface="Times New Roman"/>
                <a:ea typeface="Times New Roman"/>
                <a:cs typeface="Times New Roman"/>
                <a:sym typeface="Times New Roman"/>
              </a:rPr>
              <a:t>1</a:t>
            </a:r>
            <a:r>
              <a:rPr lang="en-US" sz="2000"/>
              <a:t>        </a:t>
            </a:r>
            <a:r>
              <a:rPr lang="en-US" sz="2000" i="1">
                <a:latin typeface="Times New Roman"/>
                <a:ea typeface="Times New Roman"/>
                <a:cs typeface="Times New Roman"/>
                <a:sym typeface="Times New Roman"/>
              </a:rPr>
              <a:t>S</a:t>
            </a:r>
            <a:r>
              <a:rPr lang="en-US" sz="2000" i="1" baseline="-25000">
                <a:latin typeface="Times New Roman"/>
                <a:ea typeface="Times New Roman"/>
                <a:cs typeface="Times New Roman"/>
                <a:sym typeface="Times New Roman"/>
              </a:rPr>
              <a:t>2</a:t>
            </a:r>
            <a:r>
              <a:rPr lang="en-US" sz="2000"/>
              <a:t> is a sentence (</a:t>
            </a:r>
            <a:r>
              <a:rPr lang="en-US" sz="2000" i="1"/>
              <a:t>disjunction</a:t>
            </a:r>
            <a:r>
              <a:rPr lang="en-US" sz="2000"/>
              <a:t>)</a:t>
            </a:r>
            <a:endParaRPr/>
          </a:p>
          <a:p>
            <a:pPr marL="342900" lvl="0" indent="-342900" algn="l" rtl="0">
              <a:lnSpc>
                <a:spcPct val="100000"/>
              </a:lnSpc>
              <a:spcBef>
                <a:spcPts val="400"/>
              </a:spcBef>
              <a:spcAft>
                <a:spcPts val="0"/>
              </a:spcAft>
              <a:buClr>
                <a:srgbClr val="FF0000"/>
              </a:buClr>
              <a:buSzPts val="3000"/>
              <a:buChar char="•"/>
            </a:pPr>
            <a:r>
              <a:rPr lang="en-US" sz="2000"/>
              <a:t>If </a:t>
            </a:r>
            <a:r>
              <a:rPr lang="en-US" sz="2000" i="1">
                <a:latin typeface="Times New Roman"/>
                <a:ea typeface="Times New Roman"/>
                <a:cs typeface="Times New Roman"/>
                <a:sym typeface="Times New Roman"/>
              </a:rPr>
              <a:t>S</a:t>
            </a:r>
            <a:r>
              <a:rPr lang="en-US" sz="2000" i="1" baseline="-25000">
                <a:latin typeface="Times New Roman"/>
                <a:ea typeface="Times New Roman"/>
                <a:cs typeface="Times New Roman"/>
                <a:sym typeface="Times New Roman"/>
              </a:rPr>
              <a:t>1</a:t>
            </a:r>
            <a:r>
              <a:rPr lang="en-US" sz="2000"/>
              <a:t> and </a:t>
            </a:r>
            <a:r>
              <a:rPr lang="en-US" sz="2000" i="1">
                <a:latin typeface="Times New Roman"/>
                <a:ea typeface="Times New Roman"/>
                <a:cs typeface="Times New Roman"/>
                <a:sym typeface="Times New Roman"/>
              </a:rPr>
              <a:t>S</a:t>
            </a:r>
            <a:r>
              <a:rPr lang="en-US" sz="2000" i="1" baseline="-25000">
                <a:latin typeface="Times New Roman"/>
                <a:ea typeface="Times New Roman"/>
                <a:cs typeface="Times New Roman"/>
                <a:sym typeface="Times New Roman"/>
              </a:rPr>
              <a:t>2</a:t>
            </a:r>
            <a:r>
              <a:rPr lang="en-US" sz="2000"/>
              <a:t> are sentences, </a:t>
            </a:r>
            <a:r>
              <a:rPr lang="en-US" sz="2000" i="1">
                <a:latin typeface="Times New Roman"/>
                <a:ea typeface="Times New Roman"/>
                <a:cs typeface="Times New Roman"/>
                <a:sym typeface="Times New Roman"/>
              </a:rPr>
              <a:t>S</a:t>
            </a:r>
            <a:r>
              <a:rPr lang="en-US" sz="2000" i="1" baseline="-25000">
                <a:latin typeface="Times New Roman"/>
                <a:ea typeface="Times New Roman"/>
                <a:cs typeface="Times New Roman"/>
                <a:sym typeface="Times New Roman"/>
              </a:rPr>
              <a:t>1</a:t>
            </a:r>
            <a:r>
              <a:rPr lang="en-US" sz="2000"/>
              <a:t>        </a:t>
            </a:r>
            <a:r>
              <a:rPr lang="en-US" sz="2000" i="1">
                <a:latin typeface="Times New Roman"/>
                <a:ea typeface="Times New Roman"/>
                <a:cs typeface="Times New Roman"/>
                <a:sym typeface="Times New Roman"/>
              </a:rPr>
              <a:t>S</a:t>
            </a:r>
            <a:r>
              <a:rPr lang="en-US" sz="2000" i="1" baseline="-25000">
                <a:latin typeface="Times New Roman"/>
                <a:ea typeface="Times New Roman"/>
                <a:cs typeface="Times New Roman"/>
                <a:sym typeface="Times New Roman"/>
              </a:rPr>
              <a:t>2</a:t>
            </a:r>
            <a:r>
              <a:rPr lang="en-US" sz="2000"/>
              <a:t> is a sentence (</a:t>
            </a:r>
            <a:r>
              <a:rPr lang="en-US" sz="2000" i="1"/>
              <a:t>implication</a:t>
            </a:r>
            <a:r>
              <a:rPr lang="en-US" sz="2000"/>
              <a:t>)</a:t>
            </a:r>
            <a:endParaRPr/>
          </a:p>
          <a:p>
            <a:pPr marL="342900" lvl="0" indent="-342900" algn="l" rtl="0">
              <a:lnSpc>
                <a:spcPct val="100000"/>
              </a:lnSpc>
              <a:spcBef>
                <a:spcPts val="400"/>
              </a:spcBef>
              <a:spcAft>
                <a:spcPts val="0"/>
              </a:spcAft>
              <a:buClr>
                <a:srgbClr val="FF0000"/>
              </a:buClr>
              <a:buSzPts val="3000"/>
              <a:buChar char="•"/>
            </a:pPr>
            <a:r>
              <a:rPr lang="en-US" sz="2000"/>
              <a:t>If </a:t>
            </a:r>
            <a:r>
              <a:rPr lang="en-US" sz="2000" i="1">
                <a:latin typeface="Times New Roman"/>
                <a:ea typeface="Times New Roman"/>
                <a:cs typeface="Times New Roman"/>
                <a:sym typeface="Times New Roman"/>
              </a:rPr>
              <a:t>S</a:t>
            </a:r>
            <a:r>
              <a:rPr lang="en-US" sz="2000" i="1" baseline="-25000">
                <a:latin typeface="Times New Roman"/>
                <a:ea typeface="Times New Roman"/>
                <a:cs typeface="Times New Roman"/>
                <a:sym typeface="Times New Roman"/>
              </a:rPr>
              <a:t>1</a:t>
            </a:r>
            <a:r>
              <a:rPr lang="en-US" sz="2000"/>
              <a:t> and </a:t>
            </a:r>
            <a:r>
              <a:rPr lang="en-US" sz="2000" i="1">
                <a:latin typeface="Times New Roman"/>
                <a:ea typeface="Times New Roman"/>
                <a:cs typeface="Times New Roman"/>
                <a:sym typeface="Times New Roman"/>
              </a:rPr>
              <a:t>S</a:t>
            </a:r>
            <a:r>
              <a:rPr lang="en-US" sz="2000" i="1" baseline="-25000">
                <a:latin typeface="Times New Roman"/>
                <a:ea typeface="Times New Roman"/>
                <a:cs typeface="Times New Roman"/>
                <a:sym typeface="Times New Roman"/>
              </a:rPr>
              <a:t>2</a:t>
            </a:r>
            <a:r>
              <a:rPr lang="en-US" sz="2000"/>
              <a:t> are sentences, </a:t>
            </a:r>
            <a:r>
              <a:rPr lang="en-US" sz="2000" i="1">
                <a:latin typeface="Times New Roman"/>
                <a:ea typeface="Times New Roman"/>
                <a:cs typeface="Times New Roman"/>
                <a:sym typeface="Times New Roman"/>
              </a:rPr>
              <a:t>S</a:t>
            </a:r>
            <a:r>
              <a:rPr lang="en-US" sz="2000" i="1" baseline="-25000">
                <a:latin typeface="Times New Roman"/>
                <a:ea typeface="Times New Roman"/>
                <a:cs typeface="Times New Roman"/>
                <a:sym typeface="Times New Roman"/>
              </a:rPr>
              <a:t>1</a:t>
            </a:r>
            <a:r>
              <a:rPr lang="en-US" sz="2000"/>
              <a:t>          </a:t>
            </a:r>
            <a:r>
              <a:rPr lang="en-US" sz="2000" i="1">
                <a:latin typeface="Times New Roman"/>
                <a:ea typeface="Times New Roman"/>
                <a:cs typeface="Times New Roman"/>
                <a:sym typeface="Times New Roman"/>
              </a:rPr>
              <a:t>S</a:t>
            </a:r>
            <a:r>
              <a:rPr lang="en-US" sz="2000" i="1" baseline="-25000">
                <a:latin typeface="Times New Roman"/>
                <a:ea typeface="Times New Roman"/>
                <a:cs typeface="Times New Roman"/>
                <a:sym typeface="Times New Roman"/>
              </a:rPr>
              <a:t>2</a:t>
            </a:r>
            <a:r>
              <a:rPr lang="en-US" sz="2000"/>
              <a:t> is a sentence (</a:t>
            </a:r>
            <a:r>
              <a:rPr lang="en-US" sz="2000" i="1"/>
              <a:t>equivalence</a:t>
            </a:r>
            <a:r>
              <a:rPr lang="en-US" sz="2000"/>
              <a:t>)</a:t>
            </a:r>
            <a:endParaRPr/>
          </a:p>
        </p:txBody>
      </p:sp>
      <p:pic>
        <p:nvPicPr>
          <p:cNvPr id="327" name="Google Shape;327;p29"/>
          <p:cNvPicPr preferRelativeResize="0">
            <a:picLocks noGrp="1"/>
          </p:cNvPicPr>
          <p:nvPr>
            <p:ph type="body" idx="2"/>
          </p:nvPr>
        </p:nvPicPr>
        <p:blipFill rotWithShape="1">
          <a:blip r:embed="rId3">
            <a:alphaModFix/>
          </a:blip>
          <a:srcRect/>
          <a:stretch/>
        </p:blipFill>
        <p:spPr>
          <a:xfrm>
            <a:off x="2995240" y="2209800"/>
            <a:ext cx="431800" cy="300038"/>
          </a:xfrm>
          <a:prstGeom prst="rect">
            <a:avLst/>
          </a:prstGeom>
          <a:noFill/>
          <a:ln>
            <a:noFill/>
          </a:ln>
        </p:spPr>
      </p:pic>
      <p:pic>
        <p:nvPicPr>
          <p:cNvPr id="328" name="Google Shape;328;p29"/>
          <p:cNvPicPr preferRelativeResize="0">
            <a:picLocks noGrp="1"/>
          </p:cNvPicPr>
          <p:nvPr>
            <p:ph type="body" idx="3"/>
          </p:nvPr>
        </p:nvPicPr>
        <p:blipFill rotWithShape="1">
          <a:blip r:embed="rId4">
            <a:alphaModFix/>
          </a:blip>
          <a:srcRect/>
          <a:stretch/>
        </p:blipFill>
        <p:spPr>
          <a:xfrm>
            <a:off x="4234368" y="2971800"/>
            <a:ext cx="334963" cy="346075"/>
          </a:xfrm>
          <a:prstGeom prst="rect">
            <a:avLst/>
          </a:prstGeom>
          <a:noFill/>
          <a:ln>
            <a:noFill/>
          </a:ln>
        </p:spPr>
      </p:pic>
      <p:pic>
        <p:nvPicPr>
          <p:cNvPr id="329" name="Google Shape;329;p29"/>
          <p:cNvPicPr preferRelativeResize="0"/>
          <p:nvPr/>
        </p:nvPicPr>
        <p:blipFill rotWithShape="1">
          <a:blip r:embed="rId5">
            <a:alphaModFix/>
          </a:blip>
          <a:srcRect/>
          <a:stretch/>
        </p:blipFill>
        <p:spPr>
          <a:xfrm>
            <a:off x="4200372" y="2628900"/>
            <a:ext cx="387350" cy="279400"/>
          </a:xfrm>
          <a:prstGeom prst="rect">
            <a:avLst/>
          </a:prstGeom>
          <a:noFill/>
          <a:ln>
            <a:noFill/>
          </a:ln>
        </p:spPr>
      </p:pic>
      <p:pic>
        <p:nvPicPr>
          <p:cNvPr id="330" name="Google Shape;330;p29"/>
          <p:cNvPicPr preferRelativeResize="0"/>
          <p:nvPr/>
        </p:nvPicPr>
        <p:blipFill rotWithShape="1">
          <a:blip r:embed="rId6">
            <a:alphaModFix/>
          </a:blip>
          <a:srcRect/>
          <a:stretch/>
        </p:blipFill>
        <p:spPr>
          <a:xfrm>
            <a:off x="4200372" y="3352800"/>
            <a:ext cx="419100" cy="255588"/>
          </a:xfrm>
          <a:prstGeom prst="rect">
            <a:avLst/>
          </a:prstGeom>
          <a:noFill/>
          <a:ln>
            <a:noFill/>
          </a:ln>
        </p:spPr>
      </p:pic>
      <p:pic>
        <p:nvPicPr>
          <p:cNvPr id="331" name="Google Shape;331;p29"/>
          <p:cNvPicPr preferRelativeResize="0"/>
          <p:nvPr/>
        </p:nvPicPr>
        <p:blipFill rotWithShape="1">
          <a:blip r:embed="rId7">
            <a:alphaModFix/>
          </a:blip>
          <a:srcRect/>
          <a:stretch/>
        </p:blipFill>
        <p:spPr>
          <a:xfrm>
            <a:off x="4152308" y="3733800"/>
            <a:ext cx="550863" cy="320675"/>
          </a:xfrm>
          <a:prstGeom prst="rect">
            <a:avLst/>
          </a:prstGeom>
          <a:noFill/>
          <a:ln>
            <a:noFill/>
          </a:ln>
        </p:spPr>
      </p:pic>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35"/>
        <p:cNvGrpSpPr/>
        <p:nvPr/>
      </p:nvGrpSpPr>
      <p:grpSpPr>
        <a:xfrm>
          <a:off x="0" y="0"/>
          <a:ext cx="0" cy="0"/>
          <a:chOff x="0" y="0"/>
          <a:chExt cx="0" cy="0"/>
        </a:xfrm>
      </p:grpSpPr>
      <p:sp>
        <p:nvSpPr>
          <p:cNvPr id="336" name="Google Shape;336;p30"/>
          <p:cNvSpPr txBox="1">
            <a:spLocks noGrp="1"/>
          </p:cNvSpPr>
          <p:nvPr>
            <p:ph type="title"/>
          </p:nvPr>
        </p:nvSpPr>
        <p:spPr>
          <a:xfrm>
            <a:off x="914400" y="277813"/>
            <a:ext cx="7772400" cy="8699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800"/>
              <a:buFont typeface="Calibri"/>
              <a:buNone/>
            </a:pPr>
            <a:r>
              <a:rPr lang="en-US" sz="3800" b="1">
                <a:solidFill>
                  <a:schemeClr val="dk1"/>
                </a:solidFill>
              </a:rPr>
              <a:t>Propositional Logic: Semantic</a:t>
            </a:r>
            <a:endParaRPr sz="3800">
              <a:solidFill>
                <a:schemeClr val="dk1"/>
              </a:solidFill>
            </a:endParaRPr>
          </a:p>
        </p:txBody>
      </p:sp>
      <p:sp>
        <p:nvSpPr>
          <p:cNvPr id="337" name="Google Shape;337;p30"/>
          <p:cNvSpPr txBox="1">
            <a:spLocks noGrp="1"/>
          </p:cNvSpPr>
          <p:nvPr>
            <p:ph type="body" idx="1"/>
          </p:nvPr>
        </p:nvSpPr>
        <p:spPr>
          <a:xfrm>
            <a:off x="838200" y="1676400"/>
            <a:ext cx="8077200" cy="48006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Font typeface="Noto Sans Symbols"/>
              <a:buNone/>
            </a:pPr>
            <a:r>
              <a:rPr lang="en-US"/>
              <a:t>	Each model species </a:t>
            </a:r>
            <a:r>
              <a:rPr lang="en-US">
                <a:solidFill>
                  <a:srgbClr val="FF9933"/>
                </a:solidFill>
              </a:rPr>
              <a:t>true/false</a:t>
            </a:r>
            <a:r>
              <a:rPr lang="en-US"/>
              <a:t> for each proposition symbol</a:t>
            </a:r>
            <a:endParaRPr/>
          </a:p>
          <a:p>
            <a:pPr marL="342900" lvl="0" indent="-342900" algn="l" rtl="0">
              <a:lnSpc>
                <a:spcPct val="100000"/>
              </a:lnSpc>
              <a:spcBef>
                <a:spcPts val="640"/>
              </a:spcBef>
              <a:spcAft>
                <a:spcPts val="0"/>
              </a:spcAft>
              <a:buClr>
                <a:schemeClr val="dk1"/>
              </a:buClr>
              <a:buSzPts val="3200"/>
              <a:buFont typeface="Noto Sans Symbols"/>
              <a:buNone/>
            </a:pPr>
            <a:r>
              <a:rPr lang="en-US"/>
              <a:t>	E.g. 	  </a:t>
            </a:r>
            <a:r>
              <a:rPr lang="en-US" i="1">
                <a:latin typeface="Times New Roman"/>
                <a:ea typeface="Times New Roman"/>
                <a:cs typeface="Times New Roman"/>
                <a:sym typeface="Times New Roman"/>
              </a:rPr>
              <a:t>P 	   Q 	     R</a:t>
            </a:r>
            <a:endParaRPr/>
          </a:p>
          <a:p>
            <a:pPr marL="342900" lvl="0" indent="-342900" algn="l" rtl="0">
              <a:lnSpc>
                <a:spcPct val="100000"/>
              </a:lnSpc>
              <a:spcBef>
                <a:spcPts val="640"/>
              </a:spcBef>
              <a:spcAft>
                <a:spcPts val="0"/>
              </a:spcAft>
              <a:buClr>
                <a:schemeClr val="dk1"/>
              </a:buClr>
              <a:buSzPts val="3200"/>
              <a:buFont typeface="Noto Sans Symbols"/>
              <a:buNone/>
            </a:pPr>
            <a:r>
              <a:rPr lang="en-US"/>
              <a:t>		       </a:t>
            </a:r>
            <a:r>
              <a:rPr lang="en-US" i="1">
                <a:latin typeface="Times New Roman"/>
                <a:ea typeface="Times New Roman"/>
                <a:cs typeface="Times New Roman"/>
                <a:sym typeface="Times New Roman"/>
              </a:rPr>
              <a:t>true    true     false</a:t>
            </a:r>
            <a:endParaRPr/>
          </a:p>
          <a:p>
            <a:pPr marL="342900" lvl="0" indent="-342900" algn="l" rtl="0">
              <a:lnSpc>
                <a:spcPct val="100000"/>
              </a:lnSpc>
              <a:spcBef>
                <a:spcPts val="640"/>
              </a:spcBef>
              <a:spcAft>
                <a:spcPts val="0"/>
              </a:spcAft>
              <a:buClr>
                <a:schemeClr val="dk1"/>
              </a:buClr>
              <a:buSzPts val="3200"/>
              <a:buFont typeface="Noto Sans Symbols"/>
              <a:buNone/>
            </a:pPr>
            <a:r>
              <a:rPr lang="en-US"/>
              <a:t>	(With these symbols, </a:t>
            </a:r>
            <a:r>
              <a:rPr lang="en-US">
                <a:solidFill>
                  <a:srgbClr val="FF9933"/>
                </a:solidFill>
              </a:rPr>
              <a:t>8 </a:t>
            </a:r>
            <a:r>
              <a:rPr lang="en-US"/>
              <a:t>possible models, can be enumerated automatically.)</a:t>
            </a:r>
            <a:endParaRPr/>
          </a:p>
          <a:p>
            <a:pPr marL="342900" lvl="0" indent="-342900" algn="l" rtl="0">
              <a:lnSpc>
                <a:spcPct val="100000"/>
              </a:lnSpc>
              <a:spcBef>
                <a:spcPts val="640"/>
              </a:spcBef>
              <a:spcAft>
                <a:spcPts val="0"/>
              </a:spcAft>
              <a:buClr>
                <a:schemeClr val="dk1"/>
              </a:buClr>
              <a:buSzPts val="3200"/>
              <a:buFont typeface="Noto Sans Symbols"/>
              <a:buNone/>
            </a:pPr>
            <a:r>
              <a:rPr lang="en-US"/>
              <a:t>	Rules for evaluating truth with respect to a model </a:t>
            </a:r>
            <a:r>
              <a:rPr lang="en-US" i="1"/>
              <a:t>m</a:t>
            </a:r>
            <a:r>
              <a:rPr lang="en-US"/>
              <a:t> are determined by </a:t>
            </a:r>
            <a:r>
              <a:rPr lang="en-US" i="1"/>
              <a:t>truth tables</a:t>
            </a:r>
            <a:endParaRPr/>
          </a:p>
        </p:txBody>
      </p:sp>
      <p:sp>
        <p:nvSpPr>
          <p:cNvPr id="338" name="Google Shape;338;p30"/>
          <p:cNvSpPr/>
          <p:nvPr/>
        </p:nvSpPr>
        <p:spPr>
          <a:xfrm>
            <a:off x="6821658" y="2857500"/>
            <a:ext cx="1828800" cy="1143000"/>
          </a:xfrm>
          <a:prstGeom prst="wedgeEllipseCallout">
            <a:avLst>
              <a:gd name="adj1" fmla="val -116991"/>
              <a:gd name="adj2" fmla="val 45505"/>
            </a:avLst>
          </a:prstGeom>
          <a:solidFill>
            <a:schemeClr val="accent1"/>
          </a:solid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chemeClr val="dk1"/>
              </a:buClr>
              <a:buSzPts val="2800"/>
              <a:buFont typeface="Noto Sans Symbols"/>
              <a:buNone/>
            </a:pPr>
            <a:r>
              <a:rPr lang="en-US" sz="2800" b="0" i="0" u="none" strike="noStrike" cap="none">
                <a:solidFill>
                  <a:schemeClr val="dk1"/>
                </a:solidFill>
                <a:latin typeface="Arial"/>
                <a:ea typeface="Arial"/>
                <a:cs typeface="Arial"/>
                <a:sym typeface="Arial"/>
              </a:rPr>
              <a:t>Why 8?</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38"/>
                                        </p:tgtEl>
                                        <p:attrNameLst>
                                          <p:attrName>style.visibility</p:attrName>
                                        </p:attrNameLst>
                                      </p:cBhvr>
                                      <p:to>
                                        <p:strVal val="visible"/>
                                      </p:to>
                                    </p:set>
                                    <p:animEffect transition="in" filter="fade">
                                      <p:cBhvr>
                                        <p:cTn id="7" dur="500"/>
                                        <p:tgtEl>
                                          <p:spTgt spid="3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3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sz="4400" b="1">
                <a:solidFill>
                  <a:schemeClr val="dk1"/>
                </a:solidFill>
              </a:rPr>
              <a:t>Propositional Logic: Semantic</a:t>
            </a:r>
            <a:endParaRPr/>
          </a:p>
        </p:txBody>
      </p:sp>
      <p:sp>
        <p:nvSpPr>
          <p:cNvPr id="344" name="Google Shape;344;p3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US"/>
              <a:t>Why 8 models?</a:t>
            </a:r>
            <a:endParaRPr/>
          </a:p>
          <a:p>
            <a:pPr marL="342900" lvl="0" indent="-342900" algn="l" rtl="0">
              <a:lnSpc>
                <a:spcPct val="100000"/>
              </a:lnSpc>
              <a:spcBef>
                <a:spcPts val="640"/>
              </a:spcBef>
              <a:spcAft>
                <a:spcPts val="0"/>
              </a:spcAft>
              <a:buClr>
                <a:schemeClr val="dk1"/>
              </a:buClr>
              <a:buSzPts val="3200"/>
              <a:buFont typeface="Noto Sans Symbols"/>
              <a:buNone/>
            </a:pPr>
            <a:r>
              <a:rPr lang="en-US"/>
              <a:t> </a:t>
            </a:r>
            <a:endParaRPr/>
          </a:p>
          <a:p>
            <a:pPr marL="342900" lvl="0" indent="-342900" algn="l" rtl="0">
              <a:lnSpc>
                <a:spcPct val="100000"/>
              </a:lnSpc>
              <a:spcBef>
                <a:spcPts val="640"/>
              </a:spcBef>
              <a:spcAft>
                <a:spcPts val="0"/>
              </a:spcAft>
              <a:buClr>
                <a:schemeClr val="dk1"/>
              </a:buClr>
              <a:buSzPts val="3200"/>
              <a:buFont typeface="Noto Sans Symbols"/>
              <a:buNone/>
            </a:pPr>
            <a:r>
              <a:rPr lang="en-US" i="1">
                <a:latin typeface="Times New Roman"/>
                <a:ea typeface="Times New Roman"/>
                <a:cs typeface="Times New Roman"/>
                <a:sym typeface="Times New Roman"/>
              </a:rPr>
              <a:t>P 	       Q 	     R</a:t>
            </a:r>
            <a:endParaRPr/>
          </a:p>
          <a:p>
            <a:pPr marL="342900" lvl="0" indent="-342900" algn="l" rtl="0">
              <a:lnSpc>
                <a:spcPct val="100000"/>
              </a:lnSpc>
              <a:spcBef>
                <a:spcPts val="640"/>
              </a:spcBef>
              <a:spcAft>
                <a:spcPts val="0"/>
              </a:spcAft>
              <a:buClr>
                <a:schemeClr val="dk1"/>
              </a:buClr>
              <a:buSzPts val="3200"/>
              <a:buFont typeface="Noto Sans Symbols"/>
              <a:buNone/>
            </a:pPr>
            <a:r>
              <a:rPr lang="en-US" i="1">
                <a:latin typeface="Times New Roman"/>
                <a:ea typeface="Times New Roman"/>
                <a:cs typeface="Times New Roman"/>
                <a:sym typeface="Times New Roman"/>
              </a:rPr>
              <a:t>true    true     false</a:t>
            </a:r>
            <a:endParaRPr/>
          </a:p>
        </p:txBody>
      </p:sp>
      <p:sp>
        <p:nvSpPr>
          <p:cNvPr id="345" name="Google Shape;345;p31"/>
          <p:cNvSpPr/>
          <p:nvPr/>
        </p:nvSpPr>
        <p:spPr>
          <a:xfrm>
            <a:off x="1143000" y="5170488"/>
            <a:ext cx="7315200" cy="1039812"/>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Calibri"/>
                <a:ea typeface="Calibri"/>
                <a:cs typeface="Calibri"/>
                <a:sym typeface="Calibri"/>
              </a:rPr>
              <a:t>How many variables? 3 variables P, Q and R</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Calibri"/>
                <a:ea typeface="Calibri"/>
                <a:cs typeface="Calibri"/>
                <a:sym typeface="Calibri"/>
              </a:rPr>
              <a:t>How many models? 2</a:t>
            </a:r>
            <a:r>
              <a:rPr lang="en-US" sz="2400" b="1" i="0" u="none" strike="noStrike" cap="none" baseline="30000">
                <a:solidFill>
                  <a:schemeClr val="dk1"/>
                </a:solidFill>
                <a:latin typeface="Calibri"/>
                <a:ea typeface="Calibri"/>
                <a:cs typeface="Calibri"/>
                <a:sym typeface="Calibri"/>
              </a:rPr>
              <a:t>3</a:t>
            </a:r>
            <a:r>
              <a:rPr lang="en-US" sz="2400" b="1" i="0" u="none" strike="noStrike" cap="none">
                <a:solidFill>
                  <a:schemeClr val="dk1"/>
                </a:solidFill>
                <a:latin typeface="Calibri"/>
                <a:ea typeface="Calibri"/>
                <a:cs typeface="Calibri"/>
                <a:sym typeface="Calibri"/>
              </a:rPr>
              <a:t> = 8 models</a:t>
            </a:r>
            <a:endParaRPr sz="2400" b="1" i="0" u="none" strike="noStrike" cap="none">
              <a:solidFill>
                <a:schemeClr val="dk1"/>
              </a:solidFill>
              <a:latin typeface="Calibri"/>
              <a:ea typeface="Calibri"/>
              <a:cs typeface="Calibri"/>
              <a:sym typeface="Calibri"/>
            </a:endParaRPr>
          </a:p>
        </p:txBody>
      </p:sp>
      <p:pic>
        <p:nvPicPr>
          <p:cNvPr id="346" name="Google Shape;346;p31"/>
          <p:cNvPicPr preferRelativeResize="0"/>
          <p:nvPr/>
        </p:nvPicPr>
        <p:blipFill rotWithShape="1">
          <a:blip r:embed="rId3">
            <a:alphaModFix/>
          </a:blip>
          <a:srcRect/>
          <a:stretch/>
        </p:blipFill>
        <p:spPr>
          <a:xfrm>
            <a:off x="4598988" y="2030413"/>
            <a:ext cx="3429000" cy="2882900"/>
          </a:xfrm>
          <a:prstGeom prst="rect">
            <a:avLst/>
          </a:prstGeom>
          <a:noFill/>
          <a:ln>
            <a:noFill/>
          </a:ln>
        </p:spPr>
      </p:pic>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50"/>
        <p:cNvGrpSpPr/>
        <p:nvPr/>
      </p:nvGrpSpPr>
      <p:grpSpPr>
        <a:xfrm>
          <a:off x="0" y="0"/>
          <a:ext cx="0" cy="0"/>
          <a:chOff x="0" y="0"/>
          <a:chExt cx="0" cy="0"/>
        </a:xfrm>
      </p:grpSpPr>
      <p:sp>
        <p:nvSpPr>
          <p:cNvPr id="351" name="Google Shape;351;p32"/>
          <p:cNvSpPr txBox="1">
            <a:spLocks noGrp="1"/>
          </p:cNvSpPr>
          <p:nvPr>
            <p:ph type="title"/>
          </p:nvPr>
        </p:nvSpPr>
        <p:spPr>
          <a:xfrm>
            <a:off x="914400" y="277813"/>
            <a:ext cx="7772400" cy="71596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800"/>
              <a:buFont typeface="Calibri"/>
              <a:buNone/>
            </a:pPr>
            <a:r>
              <a:rPr lang="en-US" sz="3800" b="1">
                <a:solidFill>
                  <a:schemeClr val="dk1"/>
                </a:solidFill>
              </a:rPr>
              <a:t>And (also called </a:t>
            </a:r>
            <a:r>
              <a:rPr lang="en-US" sz="3800" b="1" i="1">
                <a:solidFill>
                  <a:schemeClr val="dk1"/>
                </a:solidFill>
              </a:rPr>
              <a:t>conjunction</a:t>
            </a:r>
            <a:r>
              <a:rPr lang="en-US" sz="3800" b="1">
                <a:solidFill>
                  <a:schemeClr val="dk1"/>
                </a:solidFill>
              </a:rPr>
              <a:t>)</a:t>
            </a:r>
            <a:endParaRPr sz="3800">
              <a:solidFill>
                <a:schemeClr val="dk1"/>
              </a:solidFill>
            </a:endParaRPr>
          </a:p>
        </p:txBody>
      </p:sp>
      <p:sp>
        <p:nvSpPr>
          <p:cNvPr id="352" name="Google Shape;352;p32"/>
          <p:cNvSpPr txBox="1">
            <a:spLocks noGrp="1"/>
          </p:cNvSpPr>
          <p:nvPr>
            <p:ph type="body" idx="1"/>
          </p:nvPr>
        </p:nvSpPr>
        <p:spPr>
          <a:xfrm>
            <a:off x="914400" y="1676400"/>
            <a:ext cx="7924800" cy="50292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rgbClr val="FF0000"/>
              </a:buClr>
              <a:buSzPts val="3600"/>
              <a:buChar char="•"/>
            </a:pPr>
            <a:r>
              <a:rPr lang="en-US" sz="2400"/>
              <a:t>The </a:t>
            </a:r>
            <a:r>
              <a:rPr lang="en-US" sz="2400" i="1"/>
              <a:t>conjunction ‘</a:t>
            </a:r>
            <a:r>
              <a:rPr lang="en-US" sz="2400" i="1">
                <a:latin typeface="Times New Roman"/>
                <a:ea typeface="Times New Roman"/>
                <a:cs typeface="Times New Roman"/>
                <a:sym typeface="Times New Roman"/>
              </a:rPr>
              <a:t>p AND q’,</a:t>
            </a:r>
            <a:r>
              <a:rPr lang="en-US" sz="2400"/>
              <a:t> written </a:t>
            </a:r>
            <a:r>
              <a:rPr lang="en-US" sz="2400" i="1">
                <a:latin typeface="Times New Roman"/>
                <a:ea typeface="Times New Roman"/>
                <a:cs typeface="Times New Roman"/>
                <a:sym typeface="Times New Roman"/>
              </a:rPr>
              <a:t>p     q</a:t>
            </a:r>
            <a:r>
              <a:rPr lang="en-US" sz="2400"/>
              <a:t>, of two propositions is true when both </a:t>
            </a:r>
            <a:r>
              <a:rPr lang="en-US" sz="2400" i="1">
                <a:latin typeface="Times New Roman"/>
                <a:ea typeface="Times New Roman"/>
                <a:cs typeface="Times New Roman"/>
                <a:sym typeface="Times New Roman"/>
              </a:rPr>
              <a:t>p</a:t>
            </a:r>
            <a:r>
              <a:rPr lang="en-US" sz="2400"/>
              <a:t> and </a:t>
            </a:r>
            <a:r>
              <a:rPr lang="en-US" sz="2400" i="1">
                <a:latin typeface="Times New Roman"/>
                <a:ea typeface="Times New Roman"/>
                <a:cs typeface="Times New Roman"/>
                <a:sym typeface="Times New Roman"/>
              </a:rPr>
              <a:t>q</a:t>
            </a:r>
            <a:r>
              <a:rPr lang="en-US" sz="2400"/>
              <a:t> are true, false otherwise.</a:t>
            </a:r>
            <a:endParaRPr/>
          </a:p>
          <a:p>
            <a:pPr marL="342900" lvl="0" indent="-342900" algn="l" rtl="0">
              <a:lnSpc>
                <a:spcPct val="100000"/>
              </a:lnSpc>
              <a:spcBef>
                <a:spcPts val="480"/>
              </a:spcBef>
              <a:spcAft>
                <a:spcPts val="0"/>
              </a:spcAft>
              <a:buClr>
                <a:srgbClr val="FF0000"/>
              </a:buClr>
              <a:buSzPts val="3600"/>
              <a:buChar char="•"/>
            </a:pPr>
            <a:r>
              <a:rPr lang="en-US" sz="2400"/>
              <a:t>We can summarise the operation of      using a </a:t>
            </a:r>
            <a:r>
              <a:rPr lang="en-US" sz="2400">
                <a:solidFill>
                  <a:srgbClr val="FF0000"/>
                </a:solidFill>
              </a:rPr>
              <a:t>Truth table</a:t>
            </a:r>
            <a:r>
              <a:rPr lang="en-US" sz="2400"/>
              <a:t>. Rows in the table give all possible setting of the propositions to true (T) or false (F).</a:t>
            </a:r>
            <a:endParaRPr/>
          </a:p>
          <a:p>
            <a:pPr marL="342900" lvl="0" indent="-190500" algn="l" rtl="0">
              <a:lnSpc>
                <a:spcPct val="100000"/>
              </a:lnSpc>
              <a:spcBef>
                <a:spcPts val="480"/>
              </a:spcBef>
              <a:spcAft>
                <a:spcPts val="0"/>
              </a:spcAft>
              <a:buClr>
                <a:schemeClr val="dk1"/>
              </a:buClr>
              <a:buSzPts val="2400"/>
              <a:buNone/>
            </a:pPr>
            <a:endParaRPr sz="2400"/>
          </a:p>
        </p:txBody>
      </p:sp>
      <p:pic>
        <p:nvPicPr>
          <p:cNvPr id="353" name="Google Shape;353;p32"/>
          <p:cNvPicPr preferRelativeResize="0">
            <a:picLocks noGrp="1"/>
          </p:cNvPicPr>
          <p:nvPr>
            <p:ph type="body" idx="2"/>
          </p:nvPr>
        </p:nvPicPr>
        <p:blipFill rotWithShape="1">
          <a:blip r:embed="rId3">
            <a:alphaModFix/>
          </a:blip>
          <a:srcRect/>
          <a:stretch/>
        </p:blipFill>
        <p:spPr>
          <a:xfrm>
            <a:off x="4876800" y="3921125"/>
            <a:ext cx="3505200" cy="2590800"/>
          </a:xfrm>
          <a:prstGeom prst="rect">
            <a:avLst/>
          </a:prstGeom>
          <a:noFill/>
          <a:ln>
            <a:noFill/>
          </a:ln>
        </p:spPr>
      </p:pic>
      <p:pic>
        <p:nvPicPr>
          <p:cNvPr id="354" name="Google Shape;354;p32"/>
          <p:cNvPicPr preferRelativeResize="0">
            <a:picLocks noGrp="1"/>
          </p:cNvPicPr>
          <p:nvPr>
            <p:ph type="body" idx="4294967295"/>
          </p:nvPr>
        </p:nvPicPr>
        <p:blipFill rotWithShape="1">
          <a:blip r:embed="rId4">
            <a:alphaModFix/>
          </a:blip>
          <a:srcRect/>
          <a:stretch/>
        </p:blipFill>
        <p:spPr>
          <a:xfrm>
            <a:off x="1371600" y="409575"/>
            <a:ext cx="485775" cy="452438"/>
          </a:xfrm>
          <a:prstGeom prst="rect">
            <a:avLst/>
          </a:prstGeom>
          <a:noFill/>
          <a:ln>
            <a:noFill/>
          </a:ln>
        </p:spPr>
      </p:pic>
      <p:pic>
        <p:nvPicPr>
          <p:cNvPr id="355" name="Google Shape;355;p32"/>
          <p:cNvPicPr preferRelativeResize="0">
            <a:picLocks noGrp="1"/>
          </p:cNvPicPr>
          <p:nvPr>
            <p:ph type="body" idx="3"/>
          </p:nvPr>
        </p:nvPicPr>
        <p:blipFill rotWithShape="1">
          <a:blip r:embed="rId5">
            <a:alphaModFix/>
          </a:blip>
          <a:srcRect/>
          <a:stretch/>
        </p:blipFill>
        <p:spPr>
          <a:xfrm>
            <a:off x="6111875" y="1828800"/>
            <a:ext cx="387350" cy="279400"/>
          </a:xfrm>
          <a:prstGeom prst="rect">
            <a:avLst/>
          </a:prstGeom>
          <a:noFill/>
          <a:ln>
            <a:noFill/>
          </a:ln>
        </p:spPr>
      </p:pic>
      <p:pic>
        <p:nvPicPr>
          <p:cNvPr id="356" name="Google Shape;356;p32"/>
          <p:cNvPicPr preferRelativeResize="0"/>
          <p:nvPr/>
        </p:nvPicPr>
        <p:blipFill rotWithShape="1">
          <a:blip r:embed="rId5">
            <a:alphaModFix/>
          </a:blip>
          <a:srcRect/>
          <a:stretch/>
        </p:blipFill>
        <p:spPr>
          <a:xfrm>
            <a:off x="5789204" y="2959100"/>
            <a:ext cx="387350" cy="279400"/>
          </a:xfrm>
          <a:prstGeom prst="rect">
            <a:avLst/>
          </a:prstGeom>
          <a:noFill/>
          <a:ln>
            <a:noFill/>
          </a:ln>
        </p:spPr>
      </p:pic>
      <p:graphicFrame>
        <p:nvGraphicFramePr>
          <p:cNvPr id="357" name="Google Shape;357;p32"/>
          <p:cNvGraphicFramePr/>
          <p:nvPr/>
        </p:nvGraphicFramePr>
        <p:xfrm>
          <a:off x="1600200" y="4114800"/>
          <a:ext cx="2133600" cy="2286050"/>
        </p:xfrm>
        <a:graphic>
          <a:graphicData uri="http://schemas.openxmlformats.org/drawingml/2006/table">
            <a:tbl>
              <a:tblPr>
                <a:noFill/>
                <a:tableStyleId>{27E3FD37-E51E-45CE-BA92-77F17C752122}</a:tableStyleId>
              </a:tblPr>
              <a:tblGrid>
                <a:gridCol w="711200">
                  <a:extLst>
                    <a:ext uri="{9D8B030D-6E8A-4147-A177-3AD203B41FA5}">
                      <a16:colId xmlns:a16="http://schemas.microsoft.com/office/drawing/2014/main" val="20000"/>
                    </a:ext>
                  </a:extLst>
                </a:gridCol>
                <a:gridCol w="711200">
                  <a:extLst>
                    <a:ext uri="{9D8B030D-6E8A-4147-A177-3AD203B41FA5}">
                      <a16:colId xmlns:a16="http://schemas.microsoft.com/office/drawing/2014/main" val="20001"/>
                    </a:ext>
                  </a:extLst>
                </a:gridCol>
                <a:gridCol w="711200">
                  <a:extLst>
                    <a:ext uri="{9D8B030D-6E8A-4147-A177-3AD203B41FA5}">
                      <a16:colId xmlns:a16="http://schemas.microsoft.com/office/drawing/2014/main" val="20002"/>
                    </a:ext>
                  </a:extLst>
                </a:gridCol>
              </a:tblGrid>
              <a:tr h="381000">
                <a:tc>
                  <a:txBody>
                    <a:bodyPr/>
                    <a:lstStyle/>
                    <a:p>
                      <a:pPr marL="0" marR="0" lvl="0" indent="0" algn="l" rtl="0">
                        <a:lnSpc>
                          <a:spcPct val="100000"/>
                        </a:lnSpc>
                        <a:spcBef>
                          <a:spcPts val="0"/>
                        </a:spcBef>
                        <a:spcAft>
                          <a:spcPts val="0"/>
                        </a:spcAft>
                        <a:buClr>
                          <a:schemeClr val="folHlink"/>
                        </a:buClr>
                        <a:buSzPts val="2160"/>
                        <a:buFont typeface="Noto Sans Symbols"/>
                        <a:buNone/>
                      </a:pPr>
                      <a:r>
                        <a:rPr lang="en-US" sz="2400" b="0" i="0" u="none" strike="noStrike" cap="none">
                          <a:solidFill>
                            <a:schemeClr val="dk1"/>
                          </a:solidFill>
                          <a:latin typeface="Arial"/>
                          <a:ea typeface="Arial"/>
                          <a:cs typeface="Arial"/>
                          <a:sym typeface="Arial"/>
                        </a:rPr>
                        <a:t>p</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r>
                        <a:rPr lang="en-US" sz="2400" b="0" i="0" u="none" strike="noStrike" cap="none">
                          <a:solidFill>
                            <a:schemeClr val="dk1"/>
                          </a:solidFill>
                          <a:latin typeface="Arial"/>
                          <a:ea typeface="Arial"/>
                          <a:cs typeface="Arial"/>
                          <a:sym typeface="Arial"/>
                        </a:rPr>
                        <a:t>q</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49250">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53"/>
                                        </p:tgtEl>
                                        <p:attrNameLst>
                                          <p:attrName>style.visibility</p:attrName>
                                        </p:attrNameLst>
                                      </p:cBhvr>
                                      <p:to>
                                        <p:strVal val="visible"/>
                                      </p:to>
                                    </p:set>
                                    <p:animEffect transition="in" filter="fade">
                                      <p:cBhvr>
                                        <p:cTn id="7" dur="2000"/>
                                        <p:tgtEl>
                                          <p:spTgt spid="35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61"/>
        <p:cNvGrpSpPr/>
        <p:nvPr/>
      </p:nvGrpSpPr>
      <p:grpSpPr>
        <a:xfrm>
          <a:off x="0" y="0"/>
          <a:ext cx="0" cy="0"/>
          <a:chOff x="0" y="0"/>
          <a:chExt cx="0" cy="0"/>
        </a:xfrm>
      </p:grpSpPr>
      <p:sp>
        <p:nvSpPr>
          <p:cNvPr id="362" name="Google Shape;362;p33"/>
          <p:cNvSpPr txBox="1">
            <a:spLocks noGrp="1"/>
          </p:cNvSpPr>
          <p:nvPr>
            <p:ph type="title"/>
          </p:nvPr>
        </p:nvSpPr>
        <p:spPr>
          <a:xfrm>
            <a:off x="914400" y="277813"/>
            <a:ext cx="77724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solidFill>
                  <a:schemeClr val="dk1"/>
                </a:solidFill>
              </a:rPr>
              <a:t>Natural Language Meaning</a:t>
            </a:r>
            <a:r>
              <a:rPr lang="en-US" b="1">
                <a:solidFill>
                  <a:srgbClr val="0000CC"/>
                </a:solidFill>
              </a:rPr>
              <a:t> (1)</a:t>
            </a:r>
            <a:endParaRPr>
              <a:solidFill>
                <a:srgbClr val="0000CC"/>
              </a:solidFill>
            </a:endParaRPr>
          </a:p>
        </p:txBody>
      </p:sp>
      <p:sp>
        <p:nvSpPr>
          <p:cNvPr id="363" name="Google Shape;363;p33"/>
          <p:cNvSpPr txBox="1">
            <a:spLocks noGrp="1"/>
          </p:cNvSpPr>
          <p:nvPr>
            <p:ph type="body" idx="1"/>
          </p:nvPr>
        </p:nvSpPr>
        <p:spPr>
          <a:xfrm>
            <a:off x="1219200" y="1676400"/>
            <a:ext cx="6781800" cy="48768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Font typeface="Noto Sans Symbols"/>
              <a:buNone/>
            </a:pPr>
            <a:r>
              <a:rPr lang="en-US" i="1">
                <a:latin typeface="Times New Roman"/>
                <a:ea typeface="Times New Roman"/>
                <a:cs typeface="Times New Roman"/>
                <a:sym typeface="Times New Roman"/>
              </a:rPr>
              <a:t>p</a:t>
            </a:r>
            <a:r>
              <a:rPr lang="en-US"/>
              <a:t> 			Its Monday.</a:t>
            </a:r>
            <a:endParaRPr/>
          </a:p>
          <a:p>
            <a:pPr marL="342900" lvl="0" indent="-342900" algn="l" rtl="0">
              <a:lnSpc>
                <a:spcPct val="100000"/>
              </a:lnSpc>
              <a:spcBef>
                <a:spcPts val="640"/>
              </a:spcBef>
              <a:spcAft>
                <a:spcPts val="0"/>
              </a:spcAft>
              <a:buClr>
                <a:schemeClr val="dk1"/>
              </a:buClr>
              <a:buSzPts val="3200"/>
              <a:buFont typeface="Noto Sans Symbols"/>
              <a:buNone/>
            </a:pPr>
            <a:r>
              <a:rPr lang="en-US" i="1">
                <a:latin typeface="Times New Roman"/>
                <a:ea typeface="Times New Roman"/>
                <a:cs typeface="Times New Roman"/>
                <a:sym typeface="Times New Roman"/>
              </a:rPr>
              <a:t>q</a:t>
            </a:r>
            <a:r>
              <a:rPr lang="en-US"/>
              <a:t> 			Its raining.</a:t>
            </a:r>
            <a:endParaRPr/>
          </a:p>
          <a:p>
            <a:pPr marL="342900" lvl="0" indent="-342900" algn="l" rtl="0">
              <a:lnSpc>
                <a:spcPct val="100000"/>
              </a:lnSpc>
              <a:spcBef>
                <a:spcPts val="640"/>
              </a:spcBef>
              <a:spcAft>
                <a:spcPts val="0"/>
              </a:spcAft>
              <a:buClr>
                <a:schemeClr val="dk1"/>
              </a:buClr>
              <a:buSzPts val="3200"/>
              <a:buFont typeface="Noto Sans Symbols"/>
              <a:buNone/>
            </a:pPr>
            <a:r>
              <a:rPr lang="en-US" i="1">
                <a:latin typeface="Times New Roman"/>
                <a:ea typeface="Times New Roman"/>
                <a:cs typeface="Times New Roman"/>
                <a:sym typeface="Times New Roman"/>
              </a:rPr>
              <a:t>p 	   q</a:t>
            </a:r>
            <a:r>
              <a:rPr lang="en-US"/>
              <a:t> 	Its Monday and its raining.</a:t>
            </a:r>
            <a:endParaRPr/>
          </a:p>
          <a:p>
            <a:pPr marL="342900" lvl="0" indent="-342900" algn="l" rtl="0">
              <a:lnSpc>
                <a:spcPct val="100000"/>
              </a:lnSpc>
              <a:spcBef>
                <a:spcPts val="640"/>
              </a:spcBef>
              <a:spcAft>
                <a:spcPts val="0"/>
              </a:spcAft>
              <a:buClr>
                <a:schemeClr val="dk1"/>
              </a:buClr>
              <a:buSzPts val="3200"/>
              <a:buFont typeface="Noto Sans Symbols"/>
              <a:buNone/>
            </a:pPr>
            <a:r>
              <a:rPr lang="en-US"/>
              <a:t>			Its Monday but its raining.</a:t>
            </a:r>
            <a:endParaRPr/>
          </a:p>
          <a:p>
            <a:pPr marL="342900" lvl="0" indent="-342900" algn="l" rtl="0">
              <a:lnSpc>
                <a:spcPct val="100000"/>
              </a:lnSpc>
              <a:spcBef>
                <a:spcPts val="640"/>
              </a:spcBef>
              <a:spcAft>
                <a:spcPts val="0"/>
              </a:spcAft>
              <a:buClr>
                <a:schemeClr val="dk1"/>
              </a:buClr>
              <a:buSzPts val="3200"/>
              <a:buFont typeface="Noto Sans Symbols"/>
              <a:buNone/>
            </a:pPr>
            <a:r>
              <a:rPr lang="en-US"/>
              <a:t>			Its Monday. Its raining.</a:t>
            </a:r>
            <a:endParaRPr/>
          </a:p>
          <a:p>
            <a:pPr marL="342900" lvl="0" indent="-139700" algn="l" rtl="0">
              <a:lnSpc>
                <a:spcPct val="100000"/>
              </a:lnSpc>
              <a:spcBef>
                <a:spcPts val="640"/>
              </a:spcBef>
              <a:spcAft>
                <a:spcPts val="0"/>
              </a:spcAft>
              <a:buClr>
                <a:schemeClr val="dk1"/>
              </a:buClr>
              <a:buSzPts val="3200"/>
              <a:buNone/>
            </a:pPr>
            <a:endParaRPr/>
          </a:p>
        </p:txBody>
      </p:sp>
      <p:pic>
        <p:nvPicPr>
          <p:cNvPr id="364" name="Google Shape;364;p33"/>
          <p:cNvPicPr preferRelativeResize="0">
            <a:picLocks noGrp="1"/>
          </p:cNvPicPr>
          <p:nvPr>
            <p:ph type="body" idx="2"/>
          </p:nvPr>
        </p:nvPicPr>
        <p:blipFill rotWithShape="1">
          <a:blip r:embed="rId3">
            <a:alphaModFix/>
          </a:blip>
          <a:srcRect/>
          <a:stretch/>
        </p:blipFill>
        <p:spPr>
          <a:xfrm>
            <a:off x="1600200" y="2895600"/>
            <a:ext cx="365125" cy="277813"/>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68"/>
        <p:cNvGrpSpPr/>
        <p:nvPr/>
      </p:nvGrpSpPr>
      <p:grpSpPr>
        <a:xfrm>
          <a:off x="0" y="0"/>
          <a:ext cx="0" cy="0"/>
          <a:chOff x="0" y="0"/>
          <a:chExt cx="0" cy="0"/>
        </a:xfrm>
      </p:grpSpPr>
      <p:sp>
        <p:nvSpPr>
          <p:cNvPr id="369" name="Google Shape;369;p3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solidFill>
                  <a:schemeClr val="dk1"/>
                </a:solidFill>
              </a:rPr>
              <a:t>Natural Language Meaning</a:t>
            </a:r>
            <a:r>
              <a:rPr lang="en-US" b="1">
                <a:solidFill>
                  <a:srgbClr val="0000CC"/>
                </a:solidFill>
              </a:rPr>
              <a:t> (2)</a:t>
            </a:r>
            <a:endParaRPr>
              <a:solidFill>
                <a:srgbClr val="0000CC"/>
              </a:solidFill>
            </a:endParaRPr>
          </a:p>
        </p:txBody>
      </p:sp>
      <p:sp>
        <p:nvSpPr>
          <p:cNvPr id="370" name="Google Shape;370;p3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rgbClr val="FF0000"/>
              </a:buClr>
              <a:buSzPts val="2400"/>
              <a:buFont typeface="Noto Sans Symbols"/>
              <a:buNone/>
            </a:pPr>
            <a:r>
              <a:rPr lang="en-US" sz="2400"/>
              <a:t>Caution:</a:t>
            </a:r>
            <a:r>
              <a:rPr lang="en-US" sz="2400">
                <a:solidFill>
                  <a:srgbClr val="FF9933"/>
                </a:solidFill>
              </a:rPr>
              <a:t> semantics?</a:t>
            </a:r>
            <a:endParaRPr/>
          </a:p>
          <a:p>
            <a:pPr marL="0" lvl="0" indent="0" algn="l" rtl="0">
              <a:lnSpc>
                <a:spcPct val="100000"/>
              </a:lnSpc>
              <a:spcBef>
                <a:spcPts val="480"/>
              </a:spcBef>
              <a:spcAft>
                <a:spcPts val="0"/>
              </a:spcAft>
              <a:buClr>
                <a:srgbClr val="FF0000"/>
              </a:buClr>
              <a:buSzPts val="2400"/>
              <a:buFont typeface="Noto Sans Symbols"/>
              <a:buNone/>
            </a:pPr>
            <a:endParaRPr sz="2400"/>
          </a:p>
          <a:p>
            <a:pPr marL="0" lvl="0" indent="0" algn="l" rtl="0">
              <a:lnSpc>
                <a:spcPct val="100000"/>
              </a:lnSpc>
              <a:spcBef>
                <a:spcPts val="480"/>
              </a:spcBef>
              <a:spcAft>
                <a:spcPts val="0"/>
              </a:spcAft>
              <a:buClr>
                <a:srgbClr val="FF0000"/>
              </a:buClr>
              <a:buSzPts val="2400"/>
              <a:buFont typeface="Noto Sans Symbols"/>
              <a:buNone/>
            </a:pPr>
            <a:r>
              <a:rPr lang="en-US" sz="2400" i="1">
                <a:latin typeface="Times New Roman"/>
                <a:ea typeface="Times New Roman"/>
                <a:cs typeface="Times New Roman"/>
                <a:sym typeface="Times New Roman"/>
              </a:rPr>
              <a:t>p</a:t>
            </a:r>
            <a:r>
              <a:rPr lang="en-US" sz="2400"/>
              <a:t> 		I took a shower</a:t>
            </a:r>
            <a:endParaRPr/>
          </a:p>
          <a:p>
            <a:pPr marL="0" lvl="0" indent="0" algn="l" rtl="0">
              <a:lnSpc>
                <a:spcPct val="100000"/>
              </a:lnSpc>
              <a:spcBef>
                <a:spcPts val="480"/>
              </a:spcBef>
              <a:spcAft>
                <a:spcPts val="0"/>
              </a:spcAft>
              <a:buClr>
                <a:srgbClr val="FF0000"/>
              </a:buClr>
              <a:buSzPts val="2400"/>
              <a:buFont typeface="Noto Sans Symbols"/>
              <a:buNone/>
            </a:pPr>
            <a:r>
              <a:rPr lang="en-US" sz="2400" i="1">
                <a:latin typeface="Times New Roman"/>
                <a:ea typeface="Times New Roman"/>
                <a:cs typeface="Times New Roman"/>
                <a:sym typeface="Times New Roman"/>
              </a:rPr>
              <a:t>q</a:t>
            </a:r>
            <a:r>
              <a:rPr lang="en-US" sz="2400"/>
              <a:t> 		I woke up</a:t>
            </a:r>
            <a:endParaRPr/>
          </a:p>
          <a:p>
            <a:pPr marL="0" lvl="0" indent="0" algn="l" rtl="0">
              <a:lnSpc>
                <a:spcPct val="100000"/>
              </a:lnSpc>
              <a:spcBef>
                <a:spcPts val="480"/>
              </a:spcBef>
              <a:spcAft>
                <a:spcPts val="0"/>
              </a:spcAft>
              <a:buClr>
                <a:srgbClr val="FF0000"/>
              </a:buClr>
              <a:buSzPts val="2400"/>
              <a:buFont typeface="Noto Sans Symbols"/>
              <a:buNone/>
            </a:pPr>
            <a:r>
              <a:rPr lang="en-US" sz="2400" i="1">
                <a:latin typeface="Times New Roman"/>
                <a:ea typeface="Times New Roman"/>
                <a:cs typeface="Times New Roman"/>
                <a:sym typeface="Times New Roman"/>
              </a:rPr>
              <a:t>p ^ q</a:t>
            </a:r>
            <a:r>
              <a:rPr lang="en-US" sz="2400"/>
              <a:t> 		“I took a shower and I woke up”</a:t>
            </a:r>
            <a:endParaRPr/>
          </a:p>
          <a:p>
            <a:pPr marL="0" lvl="0" indent="0" algn="l" rtl="0">
              <a:lnSpc>
                <a:spcPct val="100000"/>
              </a:lnSpc>
              <a:spcBef>
                <a:spcPts val="480"/>
              </a:spcBef>
              <a:spcAft>
                <a:spcPts val="0"/>
              </a:spcAft>
              <a:buClr>
                <a:srgbClr val="FF0000"/>
              </a:buClr>
              <a:buSzPts val="2400"/>
              <a:buFont typeface="Noto Sans Symbols"/>
              <a:buNone/>
            </a:pPr>
            <a:r>
              <a:rPr lang="en-US" sz="2400" i="1">
                <a:latin typeface="Times New Roman"/>
                <a:ea typeface="Times New Roman"/>
                <a:cs typeface="Times New Roman"/>
                <a:sym typeface="Times New Roman"/>
              </a:rPr>
              <a:t>q ^ p</a:t>
            </a:r>
            <a:r>
              <a:rPr lang="en-US" sz="2400"/>
              <a:t> 		“I woke up and I took a shower”.</a:t>
            </a:r>
            <a:endParaRPr/>
          </a:p>
          <a:p>
            <a:pPr marL="0" lvl="0" indent="0" algn="l" rtl="0">
              <a:lnSpc>
                <a:spcPct val="100000"/>
              </a:lnSpc>
              <a:spcBef>
                <a:spcPts val="480"/>
              </a:spcBef>
              <a:spcAft>
                <a:spcPts val="0"/>
              </a:spcAft>
              <a:buClr>
                <a:srgbClr val="FF0000"/>
              </a:buClr>
              <a:buSzPts val="2400"/>
              <a:buFont typeface="Noto Sans Symbols"/>
              <a:buNone/>
            </a:pPr>
            <a:r>
              <a:rPr lang="en-US" sz="2400"/>
              <a:t>Logically the same! </a:t>
            </a:r>
            <a:r>
              <a:rPr lang="en-US" sz="2400" i="1"/>
              <a:t>WE </a:t>
            </a:r>
            <a:r>
              <a:rPr lang="en-US" sz="2400"/>
              <a:t>may see difference.</a:t>
            </a:r>
            <a:endParaRPr/>
          </a:p>
          <a:p>
            <a:pPr marL="0" lvl="0" indent="0" algn="l" rtl="0">
              <a:lnSpc>
                <a:spcPct val="100000"/>
              </a:lnSpc>
              <a:spcBef>
                <a:spcPts val="480"/>
              </a:spcBef>
              <a:spcAft>
                <a:spcPts val="0"/>
              </a:spcAft>
              <a:buClr>
                <a:srgbClr val="FF0000"/>
              </a:buClr>
              <a:buSzPts val="2400"/>
              <a:buFont typeface="Noto Sans Symbols"/>
              <a:buNone/>
            </a:pPr>
            <a:endParaRPr sz="2400"/>
          </a:p>
          <a:p>
            <a:pPr marL="0" lvl="0" indent="0" algn="l" rtl="0">
              <a:lnSpc>
                <a:spcPct val="100000"/>
              </a:lnSpc>
              <a:spcBef>
                <a:spcPts val="480"/>
              </a:spcBef>
              <a:spcAft>
                <a:spcPts val="0"/>
              </a:spcAft>
              <a:buClr>
                <a:srgbClr val="FF0000"/>
              </a:buClr>
              <a:buSzPts val="2400"/>
              <a:buFont typeface="Noto Sans Symbols"/>
              <a:buNone/>
            </a:pPr>
            <a:r>
              <a:rPr lang="en-US" sz="2400"/>
              <a:t>The word </a:t>
            </a:r>
            <a:r>
              <a:rPr lang="en-US" sz="2400" i="1"/>
              <a:t>both </a:t>
            </a:r>
            <a:r>
              <a:rPr lang="en-US" sz="2400"/>
              <a:t>is often useful eg. </a:t>
            </a:r>
            <a:r>
              <a:rPr lang="en-US" sz="2400" i="1"/>
              <a:t>I both took a shower and I woke up</a:t>
            </a:r>
            <a:r>
              <a:rPr lang="en-US" sz="2400"/>
              <a:t>.</a:t>
            </a:r>
            <a:endParaRP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74"/>
        <p:cNvGrpSpPr/>
        <p:nvPr/>
      </p:nvGrpSpPr>
      <p:grpSpPr>
        <a:xfrm>
          <a:off x="0" y="0"/>
          <a:ext cx="0" cy="0"/>
          <a:chOff x="0" y="0"/>
          <a:chExt cx="0" cy="0"/>
        </a:xfrm>
      </p:grpSpPr>
      <p:sp>
        <p:nvSpPr>
          <p:cNvPr id="375" name="Google Shape;375;p35"/>
          <p:cNvSpPr txBox="1">
            <a:spLocks noGrp="1"/>
          </p:cNvSpPr>
          <p:nvPr>
            <p:ph type="title"/>
          </p:nvPr>
        </p:nvSpPr>
        <p:spPr>
          <a:xfrm>
            <a:off x="914400" y="277813"/>
            <a:ext cx="7772400" cy="8699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solidFill>
                  <a:schemeClr val="dk1"/>
                </a:solidFill>
              </a:rPr>
              <a:t>Or</a:t>
            </a:r>
            <a:r>
              <a:rPr lang="en-US" b="1">
                <a:solidFill>
                  <a:srgbClr val="0000CC"/>
                </a:solidFill>
              </a:rPr>
              <a:t> </a:t>
            </a:r>
            <a:endParaRPr>
              <a:solidFill>
                <a:srgbClr val="0000CC"/>
              </a:solidFill>
            </a:endParaRPr>
          </a:p>
        </p:txBody>
      </p:sp>
      <p:sp>
        <p:nvSpPr>
          <p:cNvPr id="376" name="Google Shape;376;p35"/>
          <p:cNvSpPr txBox="1">
            <a:spLocks noGrp="1"/>
          </p:cNvSpPr>
          <p:nvPr>
            <p:ph type="body" idx="1"/>
          </p:nvPr>
        </p:nvSpPr>
        <p:spPr>
          <a:xfrm>
            <a:off x="914400" y="1600200"/>
            <a:ext cx="7772400" cy="4530725"/>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400"/>
              <a:buFont typeface="Noto Sans Symbols"/>
              <a:buNone/>
            </a:pPr>
            <a:r>
              <a:rPr lang="en-US" sz="2400"/>
              <a:t>Also called </a:t>
            </a:r>
            <a:r>
              <a:rPr lang="en-US" sz="2400" i="1"/>
              <a:t>disjunction.</a:t>
            </a:r>
            <a:endParaRPr/>
          </a:p>
          <a:p>
            <a:pPr marL="0" lvl="0" indent="0" algn="l" rtl="0">
              <a:lnSpc>
                <a:spcPct val="100000"/>
              </a:lnSpc>
              <a:spcBef>
                <a:spcPts val="480"/>
              </a:spcBef>
              <a:spcAft>
                <a:spcPts val="0"/>
              </a:spcAft>
              <a:buClr>
                <a:schemeClr val="dk1"/>
              </a:buClr>
              <a:buSzPts val="2400"/>
              <a:buFont typeface="Noto Sans Symbols"/>
              <a:buNone/>
            </a:pPr>
            <a:r>
              <a:rPr lang="en-US" sz="2400"/>
              <a:t>The disjunction ‘</a:t>
            </a:r>
            <a:r>
              <a:rPr lang="en-US" sz="2400" i="1">
                <a:latin typeface="Times New Roman"/>
                <a:ea typeface="Times New Roman"/>
                <a:cs typeface="Times New Roman"/>
                <a:sym typeface="Times New Roman"/>
              </a:rPr>
              <a:t>p OR q</a:t>
            </a:r>
            <a:r>
              <a:rPr lang="en-US" sz="2400"/>
              <a:t>’, written </a:t>
            </a:r>
            <a:r>
              <a:rPr lang="en-US" sz="2400" i="1">
                <a:latin typeface="Times New Roman"/>
                <a:ea typeface="Times New Roman"/>
                <a:cs typeface="Times New Roman"/>
                <a:sym typeface="Times New Roman"/>
              </a:rPr>
              <a:t>p    q</a:t>
            </a:r>
            <a:r>
              <a:rPr lang="en-US" sz="2400"/>
              <a:t>, of two propositions is true when </a:t>
            </a:r>
            <a:r>
              <a:rPr lang="en-US" sz="2400" i="1">
                <a:latin typeface="Times New Roman"/>
                <a:ea typeface="Times New Roman"/>
                <a:cs typeface="Times New Roman"/>
                <a:sym typeface="Times New Roman"/>
              </a:rPr>
              <a:t>p</a:t>
            </a:r>
            <a:r>
              <a:rPr lang="en-US" sz="2400"/>
              <a:t> or </a:t>
            </a:r>
            <a:r>
              <a:rPr lang="en-US" sz="2400" i="1">
                <a:latin typeface="Times New Roman"/>
                <a:ea typeface="Times New Roman"/>
                <a:cs typeface="Times New Roman"/>
                <a:sym typeface="Times New Roman"/>
              </a:rPr>
              <a:t>q</a:t>
            </a:r>
            <a:r>
              <a:rPr lang="en-US" sz="2400"/>
              <a:t> (or both) are true, false otherwise.</a:t>
            </a:r>
            <a:endParaRPr/>
          </a:p>
          <a:p>
            <a:pPr marL="0" lvl="0" indent="0" algn="l" rtl="0">
              <a:lnSpc>
                <a:spcPct val="100000"/>
              </a:lnSpc>
              <a:spcBef>
                <a:spcPts val="480"/>
              </a:spcBef>
              <a:spcAft>
                <a:spcPts val="0"/>
              </a:spcAft>
              <a:buClr>
                <a:schemeClr val="dk1"/>
              </a:buClr>
              <a:buSzPts val="2400"/>
              <a:buFont typeface="Noto Sans Symbols"/>
              <a:buNone/>
            </a:pPr>
            <a:r>
              <a:rPr lang="en-US" sz="2400"/>
              <a:t>Sometimes called </a:t>
            </a:r>
            <a:r>
              <a:rPr lang="en-US" sz="2400" i="1"/>
              <a:t>inclusive or</a:t>
            </a:r>
            <a:r>
              <a:rPr lang="en-US" sz="2400"/>
              <a:t>.</a:t>
            </a:r>
            <a:endParaRPr/>
          </a:p>
          <a:p>
            <a:pPr marL="0" lvl="0" indent="0" algn="l" rtl="0">
              <a:lnSpc>
                <a:spcPct val="100000"/>
              </a:lnSpc>
              <a:spcBef>
                <a:spcPts val="480"/>
              </a:spcBef>
              <a:spcAft>
                <a:spcPts val="0"/>
              </a:spcAft>
              <a:buClr>
                <a:schemeClr val="dk1"/>
              </a:buClr>
              <a:buSzPts val="2400"/>
              <a:buFont typeface="Noto Sans Symbols"/>
              <a:buNone/>
            </a:pPr>
            <a:endParaRPr sz="2400"/>
          </a:p>
        </p:txBody>
      </p:sp>
      <p:pic>
        <p:nvPicPr>
          <p:cNvPr id="377" name="Google Shape;377;p35"/>
          <p:cNvPicPr preferRelativeResize="0">
            <a:picLocks noGrp="1"/>
          </p:cNvPicPr>
          <p:nvPr>
            <p:ph type="body" idx="2"/>
          </p:nvPr>
        </p:nvPicPr>
        <p:blipFill rotWithShape="1">
          <a:blip r:embed="rId3">
            <a:alphaModFix/>
          </a:blip>
          <a:srcRect/>
          <a:stretch/>
        </p:blipFill>
        <p:spPr>
          <a:xfrm>
            <a:off x="3962400" y="595539"/>
            <a:ext cx="519113" cy="419100"/>
          </a:xfrm>
          <a:prstGeom prst="rect">
            <a:avLst/>
          </a:prstGeom>
          <a:noFill/>
          <a:ln>
            <a:noFill/>
          </a:ln>
        </p:spPr>
      </p:pic>
      <p:pic>
        <p:nvPicPr>
          <p:cNvPr id="378" name="Google Shape;378;p35"/>
          <p:cNvPicPr preferRelativeResize="0">
            <a:picLocks noGrp="1"/>
          </p:cNvPicPr>
          <p:nvPr>
            <p:ph type="body" idx="3"/>
          </p:nvPr>
        </p:nvPicPr>
        <p:blipFill rotWithShape="1">
          <a:blip r:embed="rId4">
            <a:alphaModFix/>
          </a:blip>
          <a:srcRect/>
          <a:stretch/>
        </p:blipFill>
        <p:spPr>
          <a:xfrm>
            <a:off x="5247244" y="2133600"/>
            <a:ext cx="241300" cy="263525"/>
          </a:xfrm>
          <a:prstGeom prst="rect">
            <a:avLst/>
          </a:prstGeom>
          <a:noFill/>
          <a:ln>
            <a:noFill/>
          </a:ln>
        </p:spPr>
      </p:pic>
      <p:pic>
        <p:nvPicPr>
          <p:cNvPr id="379" name="Google Shape;379;p35"/>
          <p:cNvPicPr preferRelativeResize="0"/>
          <p:nvPr/>
        </p:nvPicPr>
        <p:blipFill rotWithShape="1">
          <a:blip r:embed="rId5">
            <a:alphaModFix/>
          </a:blip>
          <a:srcRect/>
          <a:stretch/>
        </p:blipFill>
        <p:spPr>
          <a:xfrm>
            <a:off x="4455722" y="3429000"/>
            <a:ext cx="3048000" cy="2819400"/>
          </a:xfrm>
          <a:prstGeom prst="rect">
            <a:avLst/>
          </a:prstGeom>
          <a:noFill/>
          <a:ln>
            <a:noFill/>
          </a:ln>
        </p:spPr>
      </p:pic>
      <p:graphicFrame>
        <p:nvGraphicFramePr>
          <p:cNvPr id="380" name="Google Shape;380;p35"/>
          <p:cNvGraphicFramePr/>
          <p:nvPr/>
        </p:nvGraphicFramePr>
        <p:xfrm>
          <a:off x="1454835" y="3657600"/>
          <a:ext cx="2133600" cy="2286050"/>
        </p:xfrm>
        <a:graphic>
          <a:graphicData uri="http://schemas.openxmlformats.org/drawingml/2006/table">
            <a:tbl>
              <a:tblPr>
                <a:noFill/>
                <a:tableStyleId>{27E3FD37-E51E-45CE-BA92-77F17C752122}</a:tableStyleId>
              </a:tblPr>
              <a:tblGrid>
                <a:gridCol w="711200">
                  <a:extLst>
                    <a:ext uri="{9D8B030D-6E8A-4147-A177-3AD203B41FA5}">
                      <a16:colId xmlns:a16="http://schemas.microsoft.com/office/drawing/2014/main" val="20000"/>
                    </a:ext>
                  </a:extLst>
                </a:gridCol>
                <a:gridCol w="711200">
                  <a:extLst>
                    <a:ext uri="{9D8B030D-6E8A-4147-A177-3AD203B41FA5}">
                      <a16:colId xmlns:a16="http://schemas.microsoft.com/office/drawing/2014/main" val="20001"/>
                    </a:ext>
                  </a:extLst>
                </a:gridCol>
                <a:gridCol w="711200">
                  <a:extLst>
                    <a:ext uri="{9D8B030D-6E8A-4147-A177-3AD203B41FA5}">
                      <a16:colId xmlns:a16="http://schemas.microsoft.com/office/drawing/2014/main" val="20002"/>
                    </a:ext>
                  </a:extLst>
                </a:gridCol>
              </a:tblGrid>
              <a:tr h="381000">
                <a:tc>
                  <a:txBody>
                    <a:bodyPr/>
                    <a:lstStyle/>
                    <a:p>
                      <a:pPr marL="0" marR="0" lvl="0" indent="0" algn="l" rtl="0">
                        <a:lnSpc>
                          <a:spcPct val="100000"/>
                        </a:lnSpc>
                        <a:spcBef>
                          <a:spcPts val="0"/>
                        </a:spcBef>
                        <a:spcAft>
                          <a:spcPts val="0"/>
                        </a:spcAft>
                        <a:buClr>
                          <a:schemeClr val="folHlink"/>
                        </a:buClr>
                        <a:buSzPts val="2160"/>
                        <a:buFont typeface="Noto Sans Symbols"/>
                        <a:buNone/>
                      </a:pPr>
                      <a:r>
                        <a:rPr lang="en-US" sz="2400" b="0" i="0" u="none" strike="noStrike" cap="none">
                          <a:solidFill>
                            <a:schemeClr val="dk1"/>
                          </a:solidFill>
                          <a:latin typeface="Arial"/>
                          <a:ea typeface="Arial"/>
                          <a:cs typeface="Arial"/>
                          <a:sym typeface="Arial"/>
                        </a:rPr>
                        <a:t>p</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r>
                        <a:rPr lang="en-US" sz="2400" b="0" i="0" u="none" strike="noStrike" cap="none">
                          <a:solidFill>
                            <a:schemeClr val="dk1"/>
                          </a:solidFill>
                          <a:latin typeface="Arial"/>
                          <a:ea typeface="Arial"/>
                          <a:cs typeface="Arial"/>
                          <a:sym typeface="Arial"/>
                        </a:rPr>
                        <a:t>q</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49250">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79"/>
                                        </p:tgtEl>
                                        <p:attrNameLst>
                                          <p:attrName>style.visibility</p:attrName>
                                        </p:attrNameLst>
                                      </p:cBhvr>
                                      <p:to>
                                        <p:strVal val="visible"/>
                                      </p:to>
                                    </p:set>
                                    <p:animEffect transition="in" filter="fade">
                                      <p:cBhvr>
                                        <p:cTn id="7" dur="500"/>
                                        <p:tgtEl>
                                          <p:spTgt spid="37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84"/>
        <p:cNvGrpSpPr/>
        <p:nvPr/>
      </p:nvGrpSpPr>
      <p:grpSpPr>
        <a:xfrm>
          <a:off x="0" y="0"/>
          <a:ext cx="0" cy="0"/>
          <a:chOff x="0" y="0"/>
          <a:chExt cx="0" cy="0"/>
        </a:xfrm>
      </p:grpSpPr>
      <p:sp>
        <p:nvSpPr>
          <p:cNvPr id="385" name="Google Shape;385;p36"/>
          <p:cNvSpPr txBox="1">
            <a:spLocks noGrp="1"/>
          </p:cNvSpPr>
          <p:nvPr>
            <p:ph type="title"/>
          </p:nvPr>
        </p:nvSpPr>
        <p:spPr>
          <a:xfrm>
            <a:off x="914400" y="277813"/>
            <a:ext cx="7772400" cy="94456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solidFill>
                  <a:schemeClr val="dk1"/>
                </a:solidFill>
              </a:rPr>
              <a:t>Natural Language Meaning</a:t>
            </a:r>
            <a:endParaRPr>
              <a:solidFill>
                <a:schemeClr val="dk1"/>
              </a:solidFill>
            </a:endParaRPr>
          </a:p>
        </p:txBody>
      </p:sp>
      <p:sp>
        <p:nvSpPr>
          <p:cNvPr id="386" name="Google Shape;386;p36"/>
          <p:cNvSpPr txBox="1">
            <a:spLocks noGrp="1"/>
          </p:cNvSpPr>
          <p:nvPr>
            <p:ph type="body" idx="1"/>
          </p:nvPr>
        </p:nvSpPr>
        <p:spPr>
          <a:xfrm>
            <a:off x="838200" y="1600200"/>
            <a:ext cx="7467600" cy="38862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400"/>
              <a:buFont typeface="Noto Sans Symbols"/>
              <a:buNone/>
            </a:pPr>
            <a:r>
              <a:rPr lang="en-US" sz="2400" i="1">
                <a:latin typeface="Times New Roman"/>
                <a:ea typeface="Times New Roman"/>
                <a:cs typeface="Times New Roman"/>
                <a:sym typeface="Times New Roman"/>
              </a:rPr>
              <a:t>p</a:t>
            </a:r>
            <a:r>
              <a:rPr lang="en-US" sz="2400"/>
              <a:t> 	It’s Monday.</a:t>
            </a:r>
            <a:endParaRPr/>
          </a:p>
          <a:p>
            <a:pPr marL="0" lvl="0" indent="0" algn="l" rtl="0">
              <a:lnSpc>
                <a:spcPct val="100000"/>
              </a:lnSpc>
              <a:spcBef>
                <a:spcPts val="480"/>
              </a:spcBef>
              <a:spcAft>
                <a:spcPts val="0"/>
              </a:spcAft>
              <a:buClr>
                <a:schemeClr val="dk1"/>
              </a:buClr>
              <a:buSzPts val="2400"/>
              <a:buFont typeface="Noto Sans Symbols"/>
              <a:buNone/>
            </a:pPr>
            <a:r>
              <a:rPr lang="en-US" sz="2400" i="1">
                <a:latin typeface="Times New Roman"/>
                <a:ea typeface="Times New Roman"/>
                <a:cs typeface="Times New Roman"/>
                <a:sym typeface="Times New Roman"/>
              </a:rPr>
              <a:t>q</a:t>
            </a:r>
            <a:r>
              <a:rPr lang="en-US" sz="2400"/>
              <a:t> 	It’s raining.</a:t>
            </a:r>
            <a:endParaRPr/>
          </a:p>
          <a:p>
            <a:pPr marL="0" lvl="0" indent="0" algn="l" rtl="0">
              <a:lnSpc>
                <a:spcPct val="100000"/>
              </a:lnSpc>
              <a:spcBef>
                <a:spcPts val="480"/>
              </a:spcBef>
              <a:spcAft>
                <a:spcPts val="0"/>
              </a:spcAft>
              <a:buClr>
                <a:schemeClr val="dk1"/>
              </a:buClr>
              <a:buSzPts val="2400"/>
              <a:buFont typeface="Noto Sans Symbols"/>
              <a:buNone/>
            </a:pPr>
            <a:r>
              <a:rPr lang="en-US" sz="2400" i="1">
                <a:latin typeface="Times New Roman"/>
                <a:ea typeface="Times New Roman"/>
                <a:cs typeface="Times New Roman"/>
                <a:sym typeface="Times New Roman"/>
              </a:rPr>
              <a:t>p    q</a:t>
            </a:r>
            <a:r>
              <a:rPr lang="en-US" sz="2400"/>
              <a:t> 	It’s Monday or it is raining.</a:t>
            </a:r>
            <a:endParaRPr/>
          </a:p>
          <a:p>
            <a:pPr marL="0" lvl="0" indent="0" algn="l" rtl="0">
              <a:lnSpc>
                <a:spcPct val="100000"/>
              </a:lnSpc>
              <a:spcBef>
                <a:spcPts val="480"/>
              </a:spcBef>
              <a:spcAft>
                <a:spcPts val="0"/>
              </a:spcAft>
              <a:buClr>
                <a:schemeClr val="dk1"/>
              </a:buClr>
              <a:buSzPts val="2400"/>
              <a:buFont typeface="Noto Sans Symbols"/>
              <a:buNone/>
            </a:pPr>
            <a:endParaRPr sz="2400"/>
          </a:p>
          <a:p>
            <a:pPr marL="0" lvl="0" indent="0" algn="l" rtl="0">
              <a:lnSpc>
                <a:spcPct val="100000"/>
              </a:lnSpc>
              <a:spcBef>
                <a:spcPts val="480"/>
              </a:spcBef>
              <a:spcAft>
                <a:spcPts val="0"/>
              </a:spcAft>
              <a:buClr>
                <a:schemeClr val="dk1"/>
              </a:buClr>
              <a:buSzPts val="2400"/>
              <a:buFont typeface="Noto Sans Symbols"/>
              <a:buNone/>
            </a:pPr>
            <a:r>
              <a:rPr lang="en-US" sz="2400"/>
              <a:t>The word </a:t>
            </a:r>
            <a:r>
              <a:rPr lang="en-US" sz="2400" i="1"/>
              <a:t>either </a:t>
            </a:r>
            <a:r>
              <a:rPr lang="en-US" sz="2400"/>
              <a:t>is often useful eg. </a:t>
            </a:r>
            <a:r>
              <a:rPr lang="en-US" sz="2400" i="1">
                <a:solidFill>
                  <a:srgbClr val="FF9933"/>
                </a:solidFill>
              </a:rPr>
              <a:t>either</a:t>
            </a:r>
            <a:r>
              <a:rPr lang="en-US" sz="2400" i="1"/>
              <a:t> it’s Monday or it is raining</a:t>
            </a:r>
            <a:r>
              <a:rPr lang="en-US" sz="2400"/>
              <a:t>.</a:t>
            </a:r>
            <a:endParaRPr/>
          </a:p>
          <a:p>
            <a:pPr marL="0" lvl="0" indent="0" algn="l" rtl="0">
              <a:lnSpc>
                <a:spcPct val="100000"/>
              </a:lnSpc>
              <a:spcBef>
                <a:spcPts val="480"/>
              </a:spcBef>
              <a:spcAft>
                <a:spcPts val="0"/>
              </a:spcAft>
              <a:buClr>
                <a:schemeClr val="dk1"/>
              </a:buClr>
              <a:buSzPts val="2400"/>
              <a:buFont typeface="Noto Sans Symbols"/>
              <a:buNone/>
            </a:pPr>
            <a:endParaRPr sz="2400"/>
          </a:p>
          <a:p>
            <a:pPr marL="0" lvl="0" indent="0" algn="l" rtl="0">
              <a:lnSpc>
                <a:spcPct val="100000"/>
              </a:lnSpc>
              <a:spcBef>
                <a:spcPts val="480"/>
              </a:spcBef>
              <a:spcAft>
                <a:spcPts val="0"/>
              </a:spcAft>
              <a:buClr>
                <a:schemeClr val="dk1"/>
              </a:buClr>
              <a:buSzPts val="2400"/>
              <a:buFont typeface="Noto Sans Symbols"/>
              <a:buNone/>
            </a:pPr>
            <a:r>
              <a:rPr lang="en-US" sz="2400"/>
              <a:t>It </a:t>
            </a:r>
            <a:r>
              <a:rPr lang="en-US" sz="2400" i="1"/>
              <a:t>also </a:t>
            </a:r>
            <a:r>
              <a:rPr lang="en-US" sz="2400"/>
              <a:t>includes the case of rain on a Monday!</a:t>
            </a:r>
            <a:endParaRPr/>
          </a:p>
        </p:txBody>
      </p:sp>
      <p:pic>
        <p:nvPicPr>
          <p:cNvPr id="387" name="Google Shape;387;p36"/>
          <p:cNvPicPr preferRelativeResize="0">
            <a:picLocks noGrp="1"/>
          </p:cNvPicPr>
          <p:nvPr>
            <p:ph type="body" idx="2"/>
          </p:nvPr>
        </p:nvPicPr>
        <p:blipFill rotWithShape="1">
          <a:blip r:embed="rId3">
            <a:alphaModFix/>
          </a:blip>
          <a:srcRect/>
          <a:stretch/>
        </p:blipFill>
        <p:spPr>
          <a:xfrm>
            <a:off x="1066800" y="2590800"/>
            <a:ext cx="239713" cy="257175"/>
          </a:xfrm>
          <a:prstGeom prst="rect">
            <a:avLst/>
          </a:prstGeom>
          <a:noFill/>
          <a:ln>
            <a:noFill/>
          </a:ln>
        </p:spPr>
      </p:pic>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91"/>
        <p:cNvGrpSpPr/>
        <p:nvPr/>
      </p:nvGrpSpPr>
      <p:grpSpPr>
        <a:xfrm>
          <a:off x="0" y="0"/>
          <a:ext cx="0" cy="0"/>
          <a:chOff x="0" y="0"/>
          <a:chExt cx="0" cy="0"/>
        </a:xfrm>
      </p:grpSpPr>
      <p:sp>
        <p:nvSpPr>
          <p:cNvPr id="392" name="Google Shape;392;p37"/>
          <p:cNvSpPr txBox="1">
            <a:spLocks noGrp="1"/>
          </p:cNvSpPr>
          <p:nvPr>
            <p:ph type="title"/>
          </p:nvPr>
        </p:nvSpPr>
        <p:spPr>
          <a:xfrm>
            <a:off x="914400" y="277813"/>
            <a:ext cx="7772400" cy="79216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solidFill>
                  <a:schemeClr val="dk1"/>
                </a:solidFill>
              </a:rPr>
              <a:t>Not</a:t>
            </a:r>
            <a:r>
              <a:rPr lang="en-US" b="1">
                <a:solidFill>
                  <a:schemeClr val="lt1"/>
                </a:solidFill>
              </a:rPr>
              <a:t> </a:t>
            </a:r>
            <a:endParaRPr>
              <a:solidFill>
                <a:schemeClr val="lt1"/>
              </a:solidFill>
            </a:endParaRPr>
          </a:p>
        </p:txBody>
      </p:sp>
      <p:sp>
        <p:nvSpPr>
          <p:cNvPr id="393" name="Google Shape;393;p37"/>
          <p:cNvSpPr txBox="1">
            <a:spLocks noGrp="1"/>
          </p:cNvSpPr>
          <p:nvPr>
            <p:ph type="body" idx="1"/>
          </p:nvPr>
        </p:nvSpPr>
        <p:spPr>
          <a:xfrm>
            <a:off x="990600" y="1676400"/>
            <a:ext cx="7239000" cy="48768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000"/>
              <a:buFont typeface="Noto Sans Symbols"/>
              <a:buNone/>
            </a:pPr>
            <a:r>
              <a:rPr lang="en-US" sz="2000"/>
              <a:t>Also known as </a:t>
            </a:r>
            <a:r>
              <a:rPr lang="en-US" sz="2000" i="1">
                <a:solidFill>
                  <a:srgbClr val="FF9933"/>
                </a:solidFill>
              </a:rPr>
              <a:t>negation</a:t>
            </a:r>
            <a:endParaRPr/>
          </a:p>
          <a:p>
            <a:pPr marL="342900" lvl="0" indent="-342900" algn="l" rtl="0">
              <a:lnSpc>
                <a:spcPct val="100000"/>
              </a:lnSpc>
              <a:spcBef>
                <a:spcPts val="400"/>
              </a:spcBef>
              <a:spcAft>
                <a:spcPts val="0"/>
              </a:spcAft>
              <a:buClr>
                <a:schemeClr val="dk1"/>
              </a:buClr>
              <a:buSzPts val="2000"/>
              <a:buChar char="•"/>
            </a:pPr>
            <a:r>
              <a:rPr lang="en-US" sz="2000"/>
              <a:t>The negation ‘</a:t>
            </a:r>
            <a:r>
              <a:rPr lang="en-US" sz="1800"/>
              <a:t>NOT</a:t>
            </a:r>
            <a:r>
              <a:rPr lang="en-US" sz="2000" i="1">
                <a:latin typeface="Times New Roman"/>
                <a:ea typeface="Times New Roman"/>
                <a:cs typeface="Times New Roman"/>
                <a:sym typeface="Times New Roman"/>
              </a:rPr>
              <a:t> p</a:t>
            </a:r>
            <a:r>
              <a:rPr lang="en-US" sz="2000"/>
              <a:t>’ of a proposition (or    </a:t>
            </a:r>
            <a:r>
              <a:rPr lang="en-US" sz="2000" i="1">
                <a:latin typeface="Times New Roman"/>
                <a:ea typeface="Times New Roman"/>
                <a:cs typeface="Times New Roman"/>
                <a:sym typeface="Times New Roman"/>
              </a:rPr>
              <a:t>p</a:t>
            </a:r>
            <a:r>
              <a:rPr lang="en-US" sz="2000"/>
              <a:t>) is true when p is false and is false otherwise.    </a:t>
            </a:r>
            <a:r>
              <a:rPr lang="en-US" sz="2000" i="1">
                <a:latin typeface="Times New Roman"/>
                <a:ea typeface="Times New Roman"/>
                <a:cs typeface="Times New Roman"/>
                <a:sym typeface="Times New Roman"/>
              </a:rPr>
              <a:t>p</a:t>
            </a:r>
            <a:r>
              <a:rPr lang="en-US" sz="2000"/>
              <a:t> may be read </a:t>
            </a:r>
            <a:r>
              <a:rPr lang="en-US" sz="2000">
                <a:solidFill>
                  <a:schemeClr val="accent2"/>
                </a:solidFill>
              </a:rPr>
              <a:t>that it is false that </a:t>
            </a:r>
            <a:r>
              <a:rPr lang="en-US" sz="2000" i="1">
                <a:solidFill>
                  <a:schemeClr val="accent2"/>
                </a:solidFill>
                <a:latin typeface="Times New Roman"/>
                <a:ea typeface="Times New Roman"/>
                <a:cs typeface="Times New Roman"/>
                <a:sym typeface="Times New Roman"/>
              </a:rPr>
              <a:t>p</a:t>
            </a:r>
            <a:r>
              <a:rPr lang="en-US" sz="2000"/>
              <a:t>.</a:t>
            </a:r>
            <a:endParaRPr/>
          </a:p>
          <a:p>
            <a:pPr marL="0" lvl="0" indent="0" algn="l" rtl="0">
              <a:lnSpc>
                <a:spcPct val="100000"/>
              </a:lnSpc>
              <a:spcBef>
                <a:spcPts val="400"/>
              </a:spcBef>
              <a:spcAft>
                <a:spcPts val="0"/>
              </a:spcAft>
              <a:buClr>
                <a:schemeClr val="dk1"/>
              </a:buClr>
              <a:buSzPts val="2000"/>
              <a:buFont typeface="Noto Sans Symbols"/>
              <a:buNone/>
            </a:pPr>
            <a:endParaRPr sz="2000"/>
          </a:p>
          <a:p>
            <a:pPr marL="0" lvl="0" indent="0" algn="l" rtl="0">
              <a:lnSpc>
                <a:spcPct val="100000"/>
              </a:lnSpc>
              <a:spcBef>
                <a:spcPts val="400"/>
              </a:spcBef>
              <a:spcAft>
                <a:spcPts val="0"/>
              </a:spcAft>
              <a:buClr>
                <a:schemeClr val="dk1"/>
              </a:buClr>
              <a:buSzPts val="2000"/>
              <a:buFont typeface="Noto Sans Symbols"/>
              <a:buNone/>
            </a:pPr>
            <a:endParaRPr sz="2000"/>
          </a:p>
          <a:p>
            <a:pPr marL="0" lvl="0" indent="0" algn="l" rtl="0">
              <a:lnSpc>
                <a:spcPct val="100000"/>
              </a:lnSpc>
              <a:spcBef>
                <a:spcPts val="400"/>
              </a:spcBef>
              <a:spcAft>
                <a:spcPts val="0"/>
              </a:spcAft>
              <a:buClr>
                <a:schemeClr val="dk1"/>
              </a:buClr>
              <a:buSzPts val="2000"/>
              <a:buFont typeface="Noto Sans Symbols"/>
              <a:buNone/>
            </a:pPr>
            <a:endParaRPr sz="2000"/>
          </a:p>
          <a:p>
            <a:pPr marL="0" lvl="0" indent="0" algn="l" rtl="0">
              <a:lnSpc>
                <a:spcPct val="100000"/>
              </a:lnSpc>
              <a:spcBef>
                <a:spcPts val="400"/>
              </a:spcBef>
              <a:spcAft>
                <a:spcPts val="0"/>
              </a:spcAft>
              <a:buClr>
                <a:schemeClr val="dk1"/>
              </a:buClr>
              <a:buSzPts val="2000"/>
              <a:buFont typeface="Noto Sans Symbols"/>
              <a:buNone/>
            </a:pPr>
            <a:endParaRPr sz="2000"/>
          </a:p>
          <a:p>
            <a:pPr marL="0" lvl="0" indent="0" algn="l" rtl="0">
              <a:lnSpc>
                <a:spcPct val="100000"/>
              </a:lnSpc>
              <a:spcBef>
                <a:spcPts val="400"/>
              </a:spcBef>
              <a:spcAft>
                <a:spcPts val="0"/>
              </a:spcAft>
              <a:buClr>
                <a:schemeClr val="dk1"/>
              </a:buClr>
              <a:buSzPts val="2000"/>
              <a:buFont typeface="Noto Sans Symbols"/>
              <a:buNone/>
            </a:pPr>
            <a:endParaRPr sz="2000"/>
          </a:p>
          <a:p>
            <a:pPr marL="0" lvl="0" indent="0" algn="l" rtl="0">
              <a:lnSpc>
                <a:spcPct val="100000"/>
              </a:lnSpc>
              <a:spcBef>
                <a:spcPts val="400"/>
              </a:spcBef>
              <a:spcAft>
                <a:spcPts val="0"/>
              </a:spcAft>
              <a:buClr>
                <a:schemeClr val="dk1"/>
              </a:buClr>
              <a:buSzPts val="2000"/>
              <a:buFont typeface="Noto Sans Symbols"/>
              <a:buNone/>
            </a:pPr>
            <a:endParaRPr sz="2000"/>
          </a:p>
          <a:p>
            <a:pPr marL="342900" lvl="0" indent="-342900" algn="l" rtl="0">
              <a:lnSpc>
                <a:spcPct val="100000"/>
              </a:lnSpc>
              <a:spcBef>
                <a:spcPts val="400"/>
              </a:spcBef>
              <a:spcAft>
                <a:spcPts val="0"/>
              </a:spcAft>
              <a:buClr>
                <a:schemeClr val="dk1"/>
              </a:buClr>
              <a:buSzPts val="2000"/>
              <a:buChar char="•"/>
            </a:pPr>
            <a:r>
              <a:rPr lang="en-US" sz="2000"/>
              <a:t>Negation is a </a:t>
            </a:r>
            <a:r>
              <a:rPr lang="en-US" sz="2000" i="1">
                <a:solidFill>
                  <a:srgbClr val="FF9933"/>
                </a:solidFill>
              </a:rPr>
              <a:t>unary </a:t>
            </a:r>
            <a:r>
              <a:rPr lang="en-US" sz="2000"/>
              <a:t>connective. It only takes one argument.</a:t>
            </a:r>
            <a:endParaRPr/>
          </a:p>
          <a:p>
            <a:pPr marL="342900" lvl="0" indent="-342900" algn="l" rtl="0">
              <a:lnSpc>
                <a:spcPct val="100000"/>
              </a:lnSpc>
              <a:spcBef>
                <a:spcPts val="400"/>
              </a:spcBef>
              <a:spcAft>
                <a:spcPts val="0"/>
              </a:spcAft>
              <a:buClr>
                <a:schemeClr val="dk1"/>
              </a:buClr>
              <a:buSzPts val="2000"/>
              <a:buChar char="•"/>
            </a:pPr>
            <a:r>
              <a:rPr lang="en-US" sz="2000"/>
              <a:t>Conjunction and disjunction were both </a:t>
            </a:r>
            <a:r>
              <a:rPr lang="en-US" sz="2000" i="1"/>
              <a:t>binary </a:t>
            </a:r>
            <a:r>
              <a:rPr lang="en-US" sz="2000"/>
              <a:t>connectives.</a:t>
            </a:r>
            <a:endParaRPr/>
          </a:p>
        </p:txBody>
      </p:sp>
      <p:pic>
        <p:nvPicPr>
          <p:cNvPr id="394" name="Google Shape;394;p37"/>
          <p:cNvPicPr preferRelativeResize="0">
            <a:picLocks noGrp="1"/>
          </p:cNvPicPr>
          <p:nvPr>
            <p:ph type="body" idx="2"/>
          </p:nvPr>
        </p:nvPicPr>
        <p:blipFill rotWithShape="1">
          <a:blip r:embed="rId3">
            <a:alphaModFix/>
          </a:blip>
          <a:srcRect/>
          <a:stretch/>
        </p:blipFill>
        <p:spPr>
          <a:xfrm>
            <a:off x="3657600" y="517525"/>
            <a:ext cx="452438" cy="312738"/>
          </a:xfrm>
          <a:prstGeom prst="rect">
            <a:avLst/>
          </a:prstGeom>
          <a:noFill/>
          <a:ln>
            <a:noFill/>
          </a:ln>
        </p:spPr>
      </p:pic>
      <p:pic>
        <p:nvPicPr>
          <p:cNvPr id="395" name="Google Shape;395;p37"/>
          <p:cNvPicPr preferRelativeResize="0">
            <a:picLocks noGrp="1"/>
          </p:cNvPicPr>
          <p:nvPr>
            <p:ph type="body" idx="3"/>
          </p:nvPr>
        </p:nvPicPr>
        <p:blipFill rotWithShape="1">
          <a:blip r:embed="rId4">
            <a:alphaModFix/>
          </a:blip>
          <a:srcRect/>
          <a:stretch/>
        </p:blipFill>
        <p:spPr>
          <a:xfrm>
            <a:off x="5638800" y="2133600"/>
            <a:ext cx="211138" cy="171450"/>
          </a:xfrm>
          <a:prstGeom prst="rect">
            <a:avLst/>
          </a:prstGeom>
          <a:noFill/>
          <a:ln>
            <a:noFill/>
          </a:ln>
        </p:spPr>
      </p:pic>
      <p:pic>
        <p:nvPicPr>
          <p:cNvPr id="396" name="Google Shape;396;p37"/>
          <p:cNvPicPr preferRelativeResize="0"/>
          <p:nvPr/>
        </p:nvPicPr>
        <p:blipFill rotWithShape="1">
          <a:blip r:embed="rId5">
            <a:alphaModFix/>
          </a:blip>
          <a:srcRect/>
          <a:stretch/>
        </p:blipFill>
        <p:spPr>
          <a:xfrm>
            <a:off x="5943600" y="2667000"/>
            <a:ext cx="2667000" cy="2286000"/>
          </a:xfrm>
          <a:prstGeom prst="rect">
            <a:avLst/>
          </a:prstGeom>
          <a:noFill/>
          <a:ln>
            <a:noFill/>
          </a:ln>
        </p:spPr>
      </p:pic>
      <p:pic>
        <p:nvPicPr>
          <p:cNvPr id="397" name="Google Shape;397;p37"/>
          <p:cNvPicPr preferRelativeResize="0"/>
          <p:nvPr/>
        </p:nvPicPr>
        <p:blipFill rotWithShape="1">
          <a:blip r:embed="rId6">
            <a:alphaModFix/>
          </a:blip>
          <a:srcRect/>
          <a:stretch/>
        </p:blipFill>
        <p:spPr>
          <a:xfrm>
            <a:off x="4287618" y="2438400"/>
            <a:ext cx="222250" cy="173038"/>
          </a:xfrm>
          <a:prstGeom prst="rect">
            <a:avLst/>
          </a:prstGeom>
          <a:noFill/>
          <a:ln>
            <a:noFill/>
          </a:ln>
        </p:spPr>
      </p:pic>
      <p:graphicFrame>
        <p:nvGraphicFramePr>
          <p:cNvPr id="398" name="Google Shape;398;p37"/>
          <p:cNvGraphicFramePr/>
          <p:nvPr/>
        </p:nvGraphicFramePr>
        <p:xfrm>
          <a:off x="2590800" y="3171825"/>
          <a:ext cx="1422400" cy="1371630"/>
        </p:xfrm>
        <a:graphic>
          <a:graphicData uri="http://schemas.openxmlformats.org/drawingml/2006/table">
            <a:tbl>
              <a:tblPr>
                <a:noFill/>
                <a:tableStyleId>{27E3FD37-E51E-45CE-BA92-77F17C752122}</a:tableStyleId>
              </a:tblPr>
              <a:tblGrid>
                <a:gridCol w="711200">
                  <a:extLst>
                    <a:ext uri="{9D8B030D-6E8A-4147-A177-3AD203B41FA5}">
                      <a16:colId xmlns:a16="http://schemas.microsoft.com/office/drawing/2014/main" val="20000"/>
                    </a:ext>
                  </a:extLst>
                </a:gridCol>
                <a:gridCol w="711200">
                  <a:extLst>
                    <a:ext uri="{9D8B030D-6E8A-4147-A177-3AD203B41FA5}">
                      <a16:colId xmlns:a16="http://schemas.microsoft.com/office/drawing/2014/main" val="20001"/>
                    </a:ext>
                  </a:extLst>
                </a:gridCol>
              </a:tblGrid>
              <a:tr h="381000">
                <a:tc>
                  <a:txBody>
                    <a:bodyPr/>
                    <a:lstStyle/>
                    <a:p>
                      <a:pPr marL="0" marR="0" lvl="0" indent="0" algn="l" rtl="0">
                        <a:lnSpc>
                          <a:spcPct val="100000"/>
                        </a:lnSpc>
                        <a:spcBef>
                          <a:spcPts val="0"/>
                        </a:spcBef>
                        <a:spcAft>
                          <a:spcPts val="0"/>
                        </a:spcAft>
                        <a:buClr>
                          <a:schemeClr val="folHlink"/>
                        </a:buClr>
                        <a:buSzPts val="2160"/>
                        <a:buFont typeface="Noto Sans Symbols"/>
                        <a:buNone/>
                      </a:pPr>
                      <a:r>
                        <a:rPr lang="en-US" sz="2400" b="0" i="0" u="none" strike="noStrike" cap="none">
                          <a:solidFill>
                            <a:schemeClr val="dk1"/>
                          </a:solidFill>
                          <a:latin typeface="Arial"/>
                          <a:ea typeface="Arial"/>
                          <a:cs typeface="Arial"/>
                          <a:sym typeface="Arial"/>
                        </a:rPr>
                        <a:t>p</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396"/>
                                        </p:tgtEl>
                                        <p:attrNameLst>
                                          <p:attrName>style.visibility</p:attrName>
                                        </p:attrNameLst>
                                      </p:cBhvr>
                                      <p:to>
                                        <p:strVal val="visible"/>
                                      </p:to>
                                    </p:set>
                                    <p:animEffect transition="in" filter="fade">
                                      <p:cBhvr>
                                        <p:cTn id="7" dur="500"/>
                                        <p:tgtEl>
                                          <p:spTgt spid="39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402"/>
        <p:cNvGrpSpPr/>
        <p:nvPr/>
      </p:nvGrpSpPr>
      <p:grpSpPr>
        <a:xfrm>
          <a:off x="0" y="0"/>
          <a:ext cx="0" cy="0"/>
          <a:chOff x="0" y="0"/>
          <a:chExt cx="0" cy="0"/>
        </a:xfrm>
      </p:grpSpPr>
      <p:sp>
        <p:nvSpPr>
          <p:cNvPr id="403" name="Google Shape;403;p38"/>
          <p:cNvSpPr txBox="1">
            <a:spLocks noGrp="1"/>
          </p:cNvSpPr>
          <p:nvPr>
            <p:ph type="title"/>
          </p:nvPr>
        </p:nvSpPr>
        <p:spPr>
          <a:xfrm>
            <a:off x="914400" y="277813"/>
            <a:ext cx="77724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solidFill>
                  <a:schemeClr val="dk1"/>
                </a:solidFill>
              </a:rPr>
              <a:t>Natural Language Meaning</a:t>
            </a:r>
            <a:endParaRPr>
              <a:solidFill>
                <a:schemeClr val="dk1"/>
              </a:solidFill>
            </a:endParaRPr>
          </a:p>
        </p:txBody>
      </p:sp>
      <p:sp>
        <p:nvSpPr>
          <p:cNvPr id="404" name="Google Shape;404;p38"/>
          <p:cNvSpPr txBox="1">
            <a:spLocks noGrp="1"/>
          </p:cNvSpPr>
          <p:nvPr>
            <p:ph type="body" idx="1"/>
          </p:nvPr>
        </p:nvSpPr>
        <p:spPr>
          <a:xfrm>
            <a:off x="914400" y="1600200"/>
            <a:ext cx="7700963" cy="4530725"/>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400"/>
              <a:buFont typeface="Noto Sans Symbols"/>
              <a:buNone/>
            </a:pPr>
            <a:r>
              <a:rPr lang="en-US" sz="2400" i="1">
                <a:latin typeface="Times New Roman"/>
                <a:ea typeface="Times New Roman"/>
                <a:cs typeface="Times New Roman"/>
                <a:sym typeface="Times New Roman"/>
              </a:rPr>
              <a:t>  p</a:t>
            </a:r>
            <a:r>
              <a:rPr lang="en-US" sz="2400"/>
              <a:t> 	Logic is easy.</a:t>
            </a:r>
            <a:endParaRPr/>
          </a:p>
          <a:p>
            <a:pPr marL="342900" lvl="0" indent="-342900" algn="l" rtl="0">
              <a:lnSpc>
                <a:spcPct val="100000"/>
              </a:lnSpc>
              <a:spcBef>
                <a:spcPts val="480"/>
              </a:spcBef>
              <a:spcAft>
                <a:spcPts val="0"/>
              </a:spcAft>
              <a:buClr>
                <a:schemeClr val="dk1"/>
              </a:buClr>
              <a:buSzPts val="2400"/>
              <a:buFont typeface="Noto Sans Symbols"/>
              <a:buNone/>
            </a:pPr>
            <a:r>
              <a:rPr lang="en-US" sz="2400"/>
              <a:t>   </a:t>
            </a:r>
            <a:r>
              <a:rPr lang="en-US" sz="2400" i="1">
                <a:latin typeface="Times New Roman"/>
                <a:ea typeface="Times New Roman"/>
                <a:cs typeface="Times New Roman"/>
                <a:sym typeface="Times New Roman"/>
              </a:rPr>
              <a:t>p</a:t>
            </a:r>
            <a:r>
              <a:rPr lang="en-US" sz="2400"/>
              <a:t> 	It is false that logic is easy.</a:t>
            </a:r>
            <a:endParaRPr/>
          </a:p>
          <a:p>
            <a:pPr marL="342900" lvl="0" indent="-342900" algn="l" rtl="0">
              <a:lnSpc>
                <a:spcPct val="100000"/>
              </a:lnSpc>
              <a:spcBef>
                <a:spcPts val="480"/>
              </a:spcBef>
              <a:spcAft>
                <a:spcPts val="0"/>
              </a:spcAft>
              <a:buClr>
                <a:schemeClr val="dk1"/>
              </a:buClr>
              <a:buSzPts val="2400"/>
              <a:buFont typeface="Noto Sans Symbols"/>
              <a:buNone/>
            </a:pPr>
            <a:r>
              <a:rPr lang="en-US" sz="2400"/>
              <a:t>		It is not the case that logic is easy.</a:t>
            </a:r>
            <a:endParaRPr/>
          </a:p>
          <a:p>
            <a:pPr marL="342900" lvl="0" indent="-342900" algn="l" rtl="0">
              <a:lnSpc>
                <a:spcPct val="100000"/>
              </a:lnSpc>
              <a:spcBef>
                <a:spcPts val="480"/>
              </a:spcBef>
              <a:spcAft>
                <a:spcPts val="0"/>
              </a:spcAft>
              <a:buClr>
                <a:schemeClr val="dk1"/>
              </a:buClr>
              <a:buSzPts val="2400"/>
              <a:buFont typeface="Noto Sans Symbols"/>
              <a:buNone/>
            </a:pPr>
            <a:r>
              <a:rPr lang="en-US" sz="2400"/>
              <a:t>		Logic is not easy.</a:t>
            </a:r>
            <a:endParaRPr/>
          </a:p>
          <a:p>
            <a:pPr marL="342900" lvl="0" indent="-342900" algn="l" rtl="0">
              <a:lnSpc>
                <a:spcPct val="100000"/>
              </a:lnSpc>
              <a:spcBef>
                <a:spcPts val="480"/>
              </a:spcBef>
              <a:spcAft>
                <a:spcPts val="0"/>
              </a:spcAft>
              <a:buClr>
                <a:schemeClr val="dk1"/>
              </a:buClr>
              <a:buSzPts val="2400"/>
              <a:buFont typeface="Noto Sans Symbols"/>
              <a:buNone/>
            </a:pPr>
            <a:endParaRPr sz="2400"/>
          </a:p>
        </p:txBody>
      </p:sp>
      <p:pic>
        <p:nvPicPr>
          <p:cNvPr id="405" name="Google Shape;405;p38"/>
          <p:cNvPicPr preferRelativeResize="0">
            <a:picLocks noGrp="1"/>
          </p:cNvPicPr>
          <p:nvPr>
            <p:ph type="body" idx="2"/>
          </p:nvPr>
        </p:nvPicPr>
        <p:blipFill rotWithShape="1">
          <a:blip r:embed="rId3">
            <a:alphaModFix/>
          </a:blip>
          <a:srcRect/>
          <a:stretch/>
        </p:blipFill>
        <p:spPr>
          <a:xfrm>
            <a:off x="985838" y="2133600"/>
            <a:ext cx="211137" cy="171450"/>
          </a:xfrm>
          <a:prstGeom prst="rect">
            <a:avLst/>
          </a:prstGeom>
          <a:noFill/>
          <a:ln>
            <a:noFill/>
          </a:ln>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409"/>
        <p:cNvGrpSpPr/>
        <p:nvPr/>
      </p:nvGrpSpPr>
      <p:grpSpPr>
        <a:xfrm>
          <a:off x="0" y="0"/>
          <a:ext cx="0" cy="0"/>
          <a:chOff x="0" y="0"/>
          <a:chExt cx="0" cy="0"/>
        </a:xfrm>
      </p:grpSpPr>
      <p:sp>
        <p:nvSpPr>
          <p:cNvPr id="410" name="Google Shape;410;p39"/>
          <p:cNvSpPr txBox="1">
            <a:spLocks noGrp="1"/>
          </p:cNvSpPr>
          <p:nvPr>
            <p:ph type="title"/>
          </p:nvPr>
        </p:nvSpPr>
        <p:spPr>
          <a:xfrm>
            <a:off x="914400" y="277813"/>
            <a:ext cx="77724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solidFill>
                  <a:schemeClr val="dk1"/>
                </a:solidFill>
              </a:rPr>
              <a:t>If . . . then </a:t>
            </a:r>
            <a:r>
              <a:rPr lang="en-US" b="1">
                <a:solidFill>
                  <a:schemeClr val="lt1"/>
                </a:solidFill>
              </a:rPr>
              <a:t> . .</a:t>
            </a:r>
            <a:r>
              <a:rPr lang="en-US" b="1">
                <a:solidFill>
                  <a:srgbClr val="0000CC"/>
                </a:solidFill>
              </a:rPr>
              <a:t>   </a:t>
            </a:r>
            <a:endParaRPr>
              <a:solidFill>
                <a:srgbClr val="0000CC"/>
              </a:solidFill>
            </a:endParaRPr>
          </a:p>
        </p:txBody>
      </p:sp>
      <p:sp>
        <p:nvSpPr>
          <p:cNvPr id="411" name="Google Shape;411;p39"/>
          <p:cNvSpPr txBox="1">
            <a:spLocks noGrp="1"/>
          </p:cNvSpPr>
          <p:nvPr>
            <p:ph type="body" idx="1"/>
          </p:nvPr>
        </p:nvSpPr>
        <p:spPr>
          <a:xfrm>
            <a:off x="457200" y="1600200"/>
            <a:ext cx="8305800" cy="4953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400"/>
              <a:buFont typeface="Noto Sans Symbols"/>
              <a:buNone/>
            </a:pPr>
            <a:r>
              <a:rPr lang="en-US" sz="2400"/>
              <a:t>Also known as </a:t>
            </a:r>
            <a:r>
              <a:rPr lang="en-US" sz="2400" b="1"/>
              <a:t>implication</a:t>
            </a:r>
            <a:endParaRPr/>
          </a:p>
          <a:p>
            <a:pPr marL="0" lvl="0" indent="0" algn="l" rtl="0">
              <a:lnSpc>
                <a:spcPct val="100000"/>
              </a:lnSpc>
              <a:spcBef>
                <a:spcPts val="480"/>
              </a:spcBef>
              <a:spcAft>
                <a:spcPts val="0"/>
              </a:spcAft>
              <a:buClr>
                <a:schemeClr val="dk1"/>
              </a:buClr>
              <a:buSzPts val="2400"/>
              <a:buFont typeface="Noto Sans Symbols"/>
              <a:buNone/>
            </a:pPr>
            <a:r>
              <a:rPr lang="en-US" sz="2400"/>
              <a:t>The implication ‘</a:t>
            </a:r>
            <a:r>
              <a:rPr lang="en-US" sz="2400" i="1">
                <a:latin typeface="Times New Roman"/>
                <a:ea typeface="Times New Roman"/>
                <a:cs typeface="Times New Roman"/>
                <a:sym typeface="Times New Roman"/>
              </a:rPr>
              <a:t>p</a:t>
            </a:r>
            <a:r>
              <a:rPr lang="en-US" sz="2400"/>
              <a:t> </a:t>
            </a:r>
            <a:r>
              <a:rPr lang="en-US" sz="1800"/>
              <a:t>IMPLIES</a:t>
            </a:r>
            <a:r>
              <a:rPr lang="en-US" sz="2400"/>
              <a:t> </a:t>
            </a:r>
            <a:r>
              <a:rPr lang="en-US" sz="2400" i="1">
                <a:latin typeface="Times New Roman"/>
                <a:ea typeface="Times New Roman"/>
                <a:cs typeface="Times New Roman"/>
                <a:sym typeface="Times New Roman"/>
              </a:rPr>
              <a:t>q</a:t>
            </a:r>
            <a:r>
              <a:rPr lang="en-US" sz="2400"/>
              <a:t>’, written </a:t>
            </a:r>
            <a:r>
              <a:rPr lang="en-US" sz="2400" i="1">
                <a:latin typeface="Times New Roman"/>
                <a:ea typeface="Times New Roman"/>
                <a:cs typeface="Times New Roman"/>
                <a:sym typeface="Times New Roman"/>
              </a:rPr>
              <a:t>p</a:t>
            </a:r>
            <a:r>
              <a:rPr lang="en-US" sz="2400"/>
              <a:t>    </a:t>
            </a:r>
            <a:r>
              <a:rPr lang="en-US" sz="2400" i="1">
                <a:latin typeface="Times New Roman"/>
                <a:ea typeface="Times New Roman"/>
                <a:cs typeface="Times New Roman"/>
                <a:sym typeface="Times New Roman"/>
              </a:rPr>
              <a:t>q</a:t>
            </a:r>
            <a:r>
              <a:rPr lang="en-US" sz="2400"/>
              <a:t>, of two propositions is true when either </a:t>
            </a:r>
            <a:r>
              <a:rPr lang="en-US" sz="2400" i="1">
                <a:latin typeface="Times New Roman"/>
                <a:ea typeface="Times New Roman"/>
                <a:cs typeface="Times New Roman"/>
                <a:sym typeface="Times New Roman"/>
              </a:rPr>
              <a:t>p</a:t>
            </a:r>
            <a:r>
              <a:rPr lang="en-US" sz="2400"/>
              <a:t> is false or </a:t>
            </a:r>
            <a:r>
              <a:rPr lang="en-US" sz="2400" i="1">
                <a:latin typeface="Times New Roman"/>
                <a:ea typeface="Times New Roman"/>
                <a:cs typeface="Times New Roman"/>
                <a:sym typeface="Times New Roman"/>
              </a:rPr>
              <a:t>q</a:t>
            </a:r>
            <a:r>
              <a:rPr lang="en-US" sz="2400"/>
              <a:t> is true, and false otherwise. An if…then statement will be false when </a:t>
            </a:r>
            <a:r>
              <a:rPr lang="en-US" sz="2400" i="1"/>
              <a:t>p</a:t>
            </a:r>
            <a:r>
              <a:rPr lang="en-US" sz="2400"/>
              <a:t> is true and </a:t>
            </a:r>
            <a:r>
              <a:rPr lang="en-US" sz="2400" i="1"/>
              <a:t>q</a:t>
            </a:r>
            <a:r>
              <a:rPr lang="en-US" sz="2400"/>
              <a:t> is false, and will be true for all other cases</a:t>
            </a:r>
            <a:endParaRPr/>
          </a:p>
          <a:p>
            <a:pPr marL="0" lvl="0" indent="0" algn="l" rtl="0">
              <a:lnSpc>
                <a:spcPct val="100000"/>
              </a:lnSpc>
              <a:spcBef>
                <a:spcPts val="480"/>
              </a:spcBef>
              <a:spcAft>
                <a:spcPts val="0"/>
              </a:spcAft>
              <a:buClr>
                <a:schemeClr val="dk1"/>
              </a:buClr>
              <a:buSzPts val="2400"/>
              <a:buFont typeface="Noto Sans Symbols"/>
              <a:buNone/>
            </a:pPr>
            <a:endParaRPr sz="2400"/>
          </a:p>
        </p:txBody>
      </p:sp>
      <p:pic>
        <p:nvPicPr>
          <p:cNvPr id="412" name="Google Shape;412;p39"/>
          <p:cNvPicPr preferRelativeResize="0">
            <a:picLocks noGrp="1"/>
          </p:cNvPicPr>
          <p:nvPr>
            <p:ph type="body" idx="2"/>
          </p:nvPr>
        </p:nvPicPr>
        <p:blipFill rotWithShape="1">
          <a:blip r:embed="rId3">
            <a:alphaModFix/>
          </a:blip>
          <a:srcRect/>
          <a:stretch/>
        </p:blipFill>
        <p:spPr>
          <a:xfrm>
            <a:off x="2514600" y="660400"/>
            <a:ext cx="550863" cy="377825"/>
          </a:xfrm>
          <a:prstGeom prst="rect">
            <a:avLst/>
          </a:prstGeom>
          <a:noFill/>
          <a:ln>
            <a:noFill/>
          </a:ln>
        </p:spPr>
      </p:pic>
      <p:pic>
        <p:nvPicPr>
          <p:cNvPr id="413" name="Google Shape;413;p39"/>
          <p:cNvPicPr preferRelativeResize="0">
            <a:picLocks noGrp="1"/>
          </p:cNvPicPr>
          <p:nvPr>
            <p:ph type="body" idx="3"/>
          </p:nvPr>
        </p:nvPicPr>
        <p:blipFill rotWithShape="1">
          <a:blip r:embed="rId4">
            <a:alphaModFix/>
          </a:blip>
          <a:srcRect/>
          <a:stretch/>
        </p:blipFill>
        <p:spPr>
          <a:xfrm>
            <a:off x="5105400" y="2133600"/>
            <a:ext cx="303213" cy="255588"/>
          </a:xfrm>
          <a:prstGeom prst="rect">
            <a:avLst/>
          </a:prstGeom>
          <a:noFill/>
          <a:ln>
            <a:noFill/>
          </a:ln>
        </p:spPr>
      </p:pic>
      <p:pic>
        <p:nvPicPr>
          <p:cNvPr id="414" name="Google Shape;414;p39"/>
          <p:cNvPicPr preferRelativeResize="0"/>
          <p:nvPr/>
        </p:nvPicPr>
        <p:blipFill rotWithShape="1">
          <a:blip r:embed="rId5">
            <a:alphaModFix/>
          </a:blip>
          <a:srcRect/>
          <a:stretch/>
        </p:blipFill>
        <p:spPr>
          <a:xfrm>
            <a:off x="4457700" y="3694113"/>
            <a:ext cx="3429000" cy="3171825"/>
          </a:xfrm>
          <a:prstGeom prst="rect">
            <a:avLst/>
          </a:prstGeom>
          <a:noFill/>
          <a:ln>
            <a:noFill/>
          </a:ln>
        </p:spPr>
      </p:pic>
      <p:graphicFrame>
        <p:nvGraphicFramePr>
          <p:cNvPr id="415" name="Google Shape;415;p39"/>
          <p:cNvGraphicFramePr/>
          <p:nvPr/>
        </p:nvGraphicFramePr>
        <p:xfrm>
          <a:off x="1447800" y="4114800"/>
          <a:ext cx="2133600" cy="2286050"/>
        </p:xfrm>
        <a:graphic>
          <a:graphicData uri="http://schemas.openxmlformats.org/drawingml/2006/table">
            <a:tbl>
              <a:tblPr>
                <a:noFill/>
                <a:tableStyleId>{27E3FD37-E51E-45CE-BA92-77F17C752122}</a:tableStyleId>
              </a:tblPr>
              <a:tblGrid>
                <a:gridCol w="711200">
                  <a:extLst>
                    <a:ext uri="{9D8B030D-6E8A-4147-A177-3AD203B41FA5}">
                      <a16:colId xmlns:a16="http://schemas.microsoft.com/office/drawing/2014/main" val="20000"/>
                    </a:ext>
                  </a:extLst>
                </a:gridCol>
                <a:gridCol w="711200">
                  <a:extLst>
                    <a:ext uri="{9D8B030D-6E8A-4147-A177-3AD203B41FA5}">
                      <a16:colId xmlns:a16="http://schemas.microsoft.com/office/drawing/2014/main" val="20001"/>
                    </a:ext>
                  </a:extLst>
                </a:gridCol>
                <a:gridCol w="711200">
                  <a:extLst>
                    <a:ext uri="{9D8B030D-6E8A-4147-A177-3AD203B41FA5}">
                      <a16:colId xmlns:a16="http://schemas.microsoft.com/office/drawing/2014/main" val="20002"/>
                    </a:ext>
                  </a:extLst>
                </a:gridCol>
              </a:tblGrid>
              <a:tr h="381000">
                <a:tc>
                  <a:txBody>
                    <a:bodyPr/>
                    <a:lstStyle/>
                    <a:p>
                      <a:pPr marL="0" marR="0" lvl="0" indent="0" algn="l" rtl="0">
                        <a:lnSpc>
                          <a:spcPct val="100000"/>
                        </a:lnSpc>
                        <a:spcBef>
                          <a:spcPts val="0"/>
                        </a:spcBef>
                        <a:spcAft>
                          <a:spcPts val="0"/>
                        </a:spcAft>
                        <a:buClr>
                          <a:schemeClr val="folHlink"/>
                        </a:buClr>
                        <a:buSzPts val="2160"/>
                        <a:buFont typeface="Noto Sans Symbols"/>
                        <a:buNone/>
                      </a:pPr>
                      <a:r>
                        <a:rPr lang="en-US" sz="2400" b="0" i="0" u="none" strike="noStrike" cap="none">
                          <a:solidFill>
                            <a:schemeClr val="dk1"/>
                          </a:solidFill>
                          <a:latin typeface="Arial"/>
                          <a:ea typeface="Arial"/>
                          <a:cs typeface="Arial"/>
                          <a:sym typeface="Arial"/>
                        </a:rPr>
                        <a:t>p</a:t>
                      </a:r>
                      <a:endParaRPr sz="1400" u="none" strike="noStrike" cap="none"/>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r>
                        <a:rPr lang="en-US" sz="2400" b="0" i="0" u="none" strike="noStrike" cap="none">
                          <a:solidFill>
                            <a:schemeClr val="dk1"/>
                          </a:solidFill>
                          <a:latin typeface="Arial"/>
                          <a:ea typeface="Arial"/>
                          <a:cs typeface="Arial"/>
                          <a:sym typeface="Arial"/>
                        </a:rPr>
                        <a:t>q</a:t>
                      </a:r>
                      <a:endParaRPr sz="1400" u="none" strike="noStrike" cap="none"/>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28575"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381000">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381000">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r h="349250">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12700" cap="flat" cmpd="sng">
                      <a:solidFill>
                        <a:schemeClr val="dk1"/>
                      </a:solidFill>
                      <a:prstDash val="solid"/>
                      <a:round/>
                      <a:headEnd type="none" w="sm" len="sm"/>
                      <a:tailEnd type="none" w="sm" len="sm"/>
                    </a:lnB>
                  </a:tcPr>
                </a:tc>
                <a:extLst>
                  <a:ext uri="{0D108BD9-81ED-4DB2-BD59-A6C34878D82A}">
                    <a16:rowId xmlns:a16="http://schemas.microsoft.com/office/drawing/2014/main" val="10003"/>
                  </a:ext>
                </a:extLst>
              </a:tr>
              <a:tr h="381000">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28575"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12700"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chemeClr val="folHlink"/>
                        </a:buClr>
                        <a:buSzPts val="2160"/>
                        <a:buFont typeface="Noto Sans Symbols"/>
                        <a:buNone/>
                      </a:pPr>
                      <a:endParaRPr sz="2400" b="0" i="0" u="none" strike="noStrike" cap="none">
                        <a:solidFill>
                          <a:schemeClr val="dk1"/>
                        </a:solidFill>
                        <a:latin typeface="Arial"/>
                        <a:ea typeface="Arial"/>
                        <a:cs typeface="Arial"/>
                        <a:sym typeface="Arial"/>
                      </a:endParaRPr>
                    </a:p>
                  </a:txBody>
                  <a:tcPr marL="91450" marR="91450" marT="45725" marB="45725">
                    <a:lnL w="12700" cap="flat" cmpd="sng">
                      <a:solidFill>
                        <a:schemeClr val="dk1"/>
                      </a:solidFill>
                      <a:prstDash val="solid"/>
                      <a:round/>
                      <a:headEnd type="none" w="sm" len="sm"/>
                      <a:tailEnd type="none" w="sm" len="sm"/>
                    </a:lnL>
                    <a:lnR w="28575" cap="flat" cmpd="sng">
                      <a:solidFill>
                        <a:schemeClr val="dk1"/>
                      </a:solidFill>
                      <a:prstDash val="solid"/>
                      <a:round/>
                      <a:headEnd type="none" w="sm" len="sm"/>
                      <a:tailEnd type="none" w="sm" len="sm"/>
                    </a:lnR>
                    <a:lnT w="12700" cap="flat" cmpd="sng">
                      <a:solidFill>
                        <a:schemeClr val="dk1"/>
                      </a:solidFill>
                      <a:prstDash val="solid"/>
                      <a:round/>
                      <a:headEnd type="none" w="sm" len="sm"/>
                      <a:tailEnd type="none" w="sm" len="sm"/>
                    </a:lnT>
                    <a:lnB w="28575" cap="flat" cmpd="sng">
                      <a:solidFill>
                        <a:schemeClr val="dk1"/>
                      </a:solidFill>
                      <a:prstDash val="solid"/>
                      <a:round/>
                      <a:headEnd type="none" w="sm" len="sm"/>
                      <a:tailEnd type="none" w="sm" len="sm"/>
                    </a:lnB>
                  </a:tcPr>
                </a:tc>
                <a:extLst>
                  <a:ext uri="{0D108BD9-81ED-4DB2-BD59-A6C34878D82A}">
                    <a16:rowId xmlns:a16="http://schemas.microsoft.com/office/drawing/2014/main" val="10004"/>
                  </a:ext>
                </a:extLst>
              </a:tr>
            </a:tbl>
          </a:graphicData>
        </a:graphic>
      </p:graphicFrame>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414"/>
                                        </p:tgtEl>
                                        <p:attrNameLst>
                                          <p:attrName>style.visibility</p:attrName>
                                        </p:attrNameLst>
                                      </p:cBhvr>
                                      <p:to>
                                        <p:strVal val="visible"/>
                                      </p:to>
                                    </p:set>
                                    <p:animEffect transition="in" filter="fade">
                                      <p:cBhvr>
                                        <p:cTn id="7" dur="500"/>
                                        <p:tgtEl>
                                          <p:spTgt spid="41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419"/>
        <p:cNvGrpSpPr/>
        <p:nvPr/>
      </p:nvGrpSpPr>
      <p:grpSpPr>
        <a:xfrm>
          <a:off x="0" y="0"/>
          <a:ext cx="0" cy="0"/>
          <a:chOff x="0" y="0"/>
          <a:chExt cx="0" cy="0"/>
        </a:xfrm>
      </p:grpSpPr>
      <p:sp>
        <p:nvSpPr>
          <p:cNvPr id="420" name="Google Shape;420;p40"/>
          <p:cNvSpPr txBox="1">
            <a:spLocks noGrp="1"/>
          </p:cNvSpPr>
          <p:nvPr>
            <p:ph type="title"/>
          </p:nvPr>
        </p:nvSpPr>
        <p:spPr>
          <a:xfrm>
            <a:off x="914400" y="277813"/>
            <a:ext cx="77724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solidFill>
                  <a:schemeClr val="dk1"/>
                </a:solidFill>
              </a:rPr>
              <a:t>Natural Language Meaning</a:t>
            </a:r>
            <a:endParaRPr>
              <a:solidFill>
                <a:schemeClr val="dk1"/>
              </a:solidFill>
            </a:endParaRPr>
          </a:p>
        </p:txBody>
      </p:sp>
      <p:sp>
        <p:nvSpPr>
          <p:cNvPr id="421" name="Google Shape;421;p40"/>
          <p:cNvSpPr txBox="1">
            <a:spLocks noGrp="1"/>
          </p:cNvSpPr>
          <p:nvPr>
            <p:ph type="body" idx="1"/>
          </p:nvPr>
        </p:nvSpPr>
        <p:spPr>
          <a:xfrm>
            <a:off x="457200" y="1600200"/>
            <a:ext cx="8305800" cy="47244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400"/>
              <a:buFont typeface="Noto Sans Symbols"/>
              <a:buNone/>
            </a:pPr>
            <a:r>
              <a:rPr lang="en-US" sz="2400" i="1">
                <a:latin typeface="Times New Roman"/>
                <a:ea typeface="Times New Roman"/>
                <a:cs typeface="Times New Roman"/>
                <a:sym typeface="Times New Roman"/>
              </a:rPr>
              <a:t>p</a:t>
            </a:r>
            <a:r>
              <a:rPr lang="en-US" sz="2400"/>
              <a:t> 		I study hard.</a:t>
            </a:r>
            <a:endParaRPr/>
          </a:p>
          <a:p>
            <a:pPr marL="0" lvl="0" indent="0" algn="l" rtl="0">
              <a:lnSpc>
                <a:spcPct val="100000"/>
              </a:lnSpc>
              <a:spcBef>
                <a:spcPts val="480"/>
              </a:spcBef>
              <a:spcAft>
                <a:spcPts val="0"/>
              </a:spcAft>
              <a:buClr>
                <a:schemeClr val="dk1"/>
              </a:buClr>
              <a:buSzPts val="2400"/>
              <a:buFont typeface="Noto Sans Symbols"/>
              <a:buNone/>
            </a:pPr>
            <a:r>
              <a:rPr lang="en-US" sz="2400" i="1">
                <a:latin typeface="Times New Roman"/>
                <a:ea typeface="Times New Roman"/>
                <a:cs typeface="Times New Roman"/>
                <a:sym typeface="Times New Roman"/>
              </a:rPr>
              <a:t>q</a:t>
            </a:r>
            <a:r>
              <a:rPr lang="en-US" sz="2400"/>
              <a:t> 		I get rich.</a:t>
            </a:r>
            <a:endParaRPr/>
          </a:p>
          <a:p>
            <a:pPr marL="0" lvl="0" indent="0" algn="l" rtl="0">
              <a:lnSpc>
                <a:spcPct val="100000"/>
              </a:lnSpc>
              <a:spcBef>
                <a:spcPts val="480"/>
              </a:spcBef>
              <a:spcAft>
                <a:spcPts val="0"/>
              </a:spcAft>
              <a:buClr>
                <a:schemeClr val="dk1"/>
              </a:buClr>
              <a:buSzPts val="2400"/>
              <a:buFont typeface="Noto Sans Symbols"/>
              <a:buNone/>
            </a:pPr>
            <a:r>
              <a:rPr lang="en-US" sz="2400" i="1">
                <a:latin typeface="Times New Roman"/>
                <a:ea typeface="Times New Roman"/>
                <a:cs typeface="Times New Roman"/>
                <a:sym typeface="Times New Roman"/>
              </a:rPr>
              <a:t>p    q</a:t>
            </a:r>
            <a:r>
              <a:rPr lang="en-US" sz="2400"/>
              <a:t> 		If I study hard then I get rich.</a:t>
            </a:r>
            <a:endParaRPr/>
          </a:p>
          <a:p>
            <a:pPr marL="0" lvl="0" indent="0" algn="l" rtl="0">
              <a:lnSpc>
                <a:spcPct val="100000"/>
              </a:lnSpc>
              <a:spcBef>
                <a:spcPts val="480"/>
              </a:spcBef>
              <a:spcAft>
                <a:spcPts val="0"/>
              </a:spcAft>
              <a:buClr>
                <a:schemeClr val="dk1"/>
              </a:buClr>
              <a:buSzPts val="2400"/>
              <a:buFont typeface="Noto Sans Symbols"/>
              <a:buNone/>
            </a:pPr>
            <a:r>
              <a:rPr lang="en-US" sz="2400"/>
              <a:t>		Whenever I study hard, I get rich.</a:t>
            </a:r>
            <a:endParaRPr/>
          </a:p>
          <a:p>
            <a:pPr marL="0" lvl="0" indent="0" algn="l" rtl="0">
              <a:lnSpc>
                <a:spcPct val="100000"/>
              </a:lnSpc>
              <a:spcBef>
                <a:spcPts val="480"/>
              </a:spcBef>
              <a:spcAft>
                <a:spcPts val="0"/>
              </a:spcAft>
              <a:buClr>
                <a:schemeClr val="dk1"/>
              </a:buClr>
              <a:buSzPts val="2400"/>
              <a:buFont typeface="Noto Sans Symbols"/>
              <a:buNone/>
            </a:pPr>
            <a:r>
              <a:rPr lang="en-US" sz="2400"/>
              <a:t>		That I study hard implies I get rich.</a:t>
            </a:r>
            <a:endParaRPr/>
          </a:p>
          <a:p>
            <a:pPr marL="0" lvl="0" indent="0" algn="l" rtl="0">
              <a:lnSpc>
                <a:spcPct val="100000"/>
              </a:lnSpc>
              <a:spcBef>
                <a:spcPts val="480"/>
              </a:spcBef>
              <a:spcAft>
                <a:spcPts val="0"/>
              </a:spcAft>
              <a:buClr>
                <a:schemeClr val="dk1"/>
              </a:buClr>
              <a:buSzPts val="2400"/>
              <a:buFont typeface="Noto Sans Symbols"/>
              <a:buNone/>
            </a:pPr>
            <a:r>
              <a:rPr lang="en-US" sz="2400"/>
              <a:t>		I get rich, if I study hard.</a:t>
            </a:r>
            <a:endParaRPr/>
          </a:p>
          <a:p>
            <a:pPr marL="0" lvl="0" indent="0" algn="l" rtl="0">
              <a:lnSpc>
                <a:spcPct val="100000"/>
              </a:lnSpc>
              <a:spcBef>
                <a:spcPts val="480"/>
              </a:spcBef>
              <a:spcAft>
                <a:spcPts val="0"/>
              </a:spcAft>
              <a:buClr>
                <a:schemeClr val="dk1"/>
              </a:buClr>
              <a:buSzPts val="2400"/>
              <a:buFont typeface="Noto Sans Symbols"/>
              <a:buNone/>
            </a:pPr>
            <a:endParaRPr sz="2400"/>
          </a:p>
        </p:txBody>
      </p:sp>
      <p:pic>
        <p:nvPicPr>
          <p:cNvPr id="422" name="Google Shape;422;p40"/>
          <p:cNvPicPr preferRelativeResize="0">
            <a:picLocks noGrp="1"/>
          </p:cNvPicPr>
          <p:nvPr>
            <p:ph type="body" idx="2"/>
          </p:nvPr>
        </p:nvPicPr>
        <p:blipFill rotWithShape="1">
          <a:blip r:embed="rId3">
            <a:alphaModFix/>
          </a:blip>
          <a:srcRect/>
          <a:stretch/>
        </p:blipFill>
        <p:spPr>
          <a:xfrm>
            <a:off x="685800" y="2610728"/>
            <a:ext cx="303213" cy="255588"/>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Shape 426"/>
        <p:cNvGrpSpPr/>
        <p:nvPr/>
      </p:nvGrpSpPr>
      <p:grpSpPr>
        <a:xfrm>
          <a:off x="0" y="0"/>
          <a:ext cx="0" cy="0"/>
          <a:chOff x="0" y="0"/>
          <a:chExt cx="0" cy="0"/>
        </a:xfrm>
      </p:grpSpPr>
      <p:sp>
        <p:nvSpPr>
          <p:cNvPr id="427" name="Google Shape;427;p41"/>
          <p:cNvSpPr txBox="1">
            <a:spLocks noGrp="1"/>
          </p:cNvSpPr>
          <p:nvPr>
            <p:ph type="title"/>
          </p:nvPr>
        </p:nvSpPr>
        <p:spPr>
          <a:xfrm>
            <a:off x="914400" y="277813"/>
            <a:ext cx="77724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solidFill>
                  <a:schemeClr val="dk1"/>
                </a:solidFill>
              </a:rPr>
              <a:t>More About Implication</a:t>
            </a:r>
            <a:endParaRPr>
              <a:solidFill>
                <a:schemeClr val="dk1"/>
              </a:solidFill>
            </a:endParaRPr>
          </a:p>
        </p:txBody>
      </p:sp>
      <p:sp>
        <p:nvSpPr>
          <p:cNvPr id="428" name="Google Shape;428;p41"/>
          <p:cNvSpPr txBox="1">
            <a:spLocks noGrp="1"/>
          </p:cNvSpPr>
          <p:nvPr>
            <p:ph type="body" idx="1"/>
          </p:nvPr>
        </p:nvSpPr>
        <p:spPr>
          <a:xfrm>
            <a:off x="914400" y="1600200"/>
            <a:ext cx="7772400" cy="4530725"/>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400"/>
              <a:buFont typeface="Noto Sans Symbols"/>
              <a:buNone/>
            </a:pPr>
            <a:r>
              <a:rPr lang="en-US" sz="2400" i="1">
                <a:latin typeface="Times New Roman"/>
                <a:ea typeface="Times New Roman"/>
                <a:cs typeface="Times New Roman"/>
                <a:sym typeface="Times New Roman"/>
              </a:rPr>
              <a:t>	p    q</a:t>
            </a:r>
            <a:r>
              <a:rPr lang="en-US" sz="2400"/>
              <a:t> is true in the following situations</a:t>
            </a:r>
            <a:endParaRPr/>
          </a:p>
          <a:p>
            <a:pPr marL="342900" lvl="0" indent="-342900" algn="l" rtl="0">
              <a:lnSpc>
                <a:spcPct val="100000"/>
              </a:lnSpc>
              <a:spcBef>
                <a:spcPts val="480"/>
              </a:spcBef>
              <a:spcAft>
                <a:spcPts val="0"/>
              </a:spcAft>
              <a:buClr>
                <a:srgbClr val="FF0000"/>
              </a:buClr>
              <a:buSzPts val="3600"/>
              <a:buChar char="•"/>
            </a:pPr>
            <a:r>
              <a:rPr lang="en-US" sz="2400"/>
              <a:t>I study hard and I get rich; or</a:t>
            </a:r>
            <a:endParaRPr/>
          </a:p>
          <a:p>
            <a:pPr marL="342900" lvl="0" indent="-342900" algn="l" rtl="0">
              <a:lnSpc>
                <a:spcPct val="100000"/>
              </a:lnSpc>
              <a:spcBef>
                <a:spcPts val="480"/>
              </a:spcBef>
              <a:spcAft>
                <a:spcPts val="0"/>
              </a:spcAft>
              <a:buClr>
                <a:srgbClr val="FF0000"/>
              </a:buClr>
              <a:buSzPts val="3600"/>
              <a:buChar char="•"/>
            </a:pPr>
            <a:r>
              <a:rPr lang="en-US" sz="2400"/>
              <a:t>I don't study hard and I get rich; or</a:t>
            </a:r>
            <a:endParaRPr/>
          </a:p>
          <a:p>
            <a:pPr marL="342900" lvl="0" indent="-342900" algn="l" rtl="0">
              <a:lnSpc>
                <a:spcPct val="100000"/>
              </a:lnSpc>
              <a:spcBef>
                <a:spcPts val="480"/>
              </a:spcBef>
              <a:spcAft>
                <a:spcPts val="0"/>
              </a:spcAft>
              <a:buClr>
                <a:srgbClr val="FF0000"/>
              </a:buClr>
              <a:buSzPts val="3600"/>
              <a:buChar char="•"/>
            </a:pPr>
            <a:r>
              <a:rPr lang="en-US" sz="2400"/>
              <a:t>I don't study hard and I don't get rich.</a:t>
            </a:r>
            <a:endParaRPr/>
          </a:p>
          <a:p>
            <a:pPr marL="342900" lvl="0" indent="-342900" algn="l" rtl="0">
              <a:lnSpc>
                <a:spcPct val="100000"/>
              </a:lnSpc>
              <a:spcBef>
                <a:spcPts val="480"/>
              </a:spcBef>
              <a:spcAft>
                <a:spcPts val="0"/>
              </a:spcAft>
              <a:buClr>
                <a:srgbClr val="FF0000"/>
              </a:buClr>
              <a:buSzPts val="2400"/>
              <a:buFont typeface="Noto Sans Symbols"/>
              <a:buNone/>
            </a:pPr>
            <a:r>
              <a:rPr lang="en-US" sz="2400"/>
              <a:t>	</a:t>
            </a:r>
            <a:endParaRPr/>
          </a:p>
          <a:p>
            <a:pPr marL="342900" lvl="0" indent="-342900" algn="l" rtl="0">
              <a:lnSpc>
                <a:spcPct val="100000"/>
              </a:lnSpc>
              <a:spcBef>
                <a:spcPts val="480"/>
              </a:spcBef>
              <a:spcAft>
                <a:spcPts val="0"/>
              </a:spcAft>
              <a:buClr>
                <a:srgbClr val="FF0000"/>
              </a:buClr>
              <a:buSzPts val="2400"/>
              <a:buFont typeface="Noto Sans Symbols"/>
              <a:buNone/>
            </a:pPr>
            <a:r>
              <a:rPr lang="en-US" sz="2400"/>
              <a:t>	The last two situations, i.e. when </a:t>
            </a:r>
            <a:r>
              <a:rPr lang="en-US" sz="2400" i="1">
                <a:latin typeface="Times New Roman"/>
                <a:ea typeface="Times New Roman"/>
                <a:cs typeface="Times New Roman"/>
                <a:sym typeface="Times New Roman"/>
              </a:rPr>
              <a:t>p</a:t>
            </a:r>
            <a:r>
              <a:rPr lang="en-US" sz="2400"/>
              <a:t> is false (I don't study hard) we can't say whether I will get rich or not. However if I've studied hard but failed to become rich then the proposition is clearly false.</a:t>
            </a:r>
            <a:endParaRPr/>
          </a:p>
        </p:txBody>
      </p:sp>
      <p:pic>
        <p:nvPicPr>
          <p:cNvPr id="429" name="Google Shape;429;p41"/>
          <p:cNvPicPr preferRelativeResize="0">
            <a:picLocks noGrp="1"/>
          </p:cNvPicPr>
          <p:nvPr>
            <p:ph type="body" idx="2"/>
          </p:nvPr>
        </p:nvPicPr>
        <p:blipFill rotWithShape="1">
          <a:blip r:embed="rId3">
            <a:alphaModFix/>
          </a:blip>
          <a:srcRect/>
          <a:stretch/>
        </p:blipFill>
        <p:spPr>
          <a:xfrm>
            <a:off x="1490663" y="1677988"/>
            <a:ext cx="303212" cy="254000"/>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Shape 433"/>
        <p:cNvGrpSpPr/>
        <p:nvPr/>
      </p:nvGrpSpPr>
      <p:grpSpPr>
        <a:xfrm>
          <a:off x="0" y="0"/>
          <a:ext cx="0" cy="0"/>
          <a:chOff x="0" y="0"/>
          <a:chExt cx="0" cy="0"/>
        </a:xfrm>
      </p:grpSpPr>
      <p:sp>
        <p:nvSpPr>
          <p:cNvPr id="434" name="Google Shape;434;p42"/>
          <p:cNvSpPr txBox="1">
            <a:spLocks noGrp="1"/>
          </p:cNvSpPr>
          <p:nvPr>
            <p:ph type="title"/>
          </p:nvPr>
        </p:nvSpPr>
        <p:spPr>
          <a:xfrm>
            <a:off x="914400" y="277813"/>
            <a:ext cx="77724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solidFill>
                  <a:schemeClr val="dk1"/>
                </a:solidFill>
              </a:rPr>
              <a:t>Contrapositive</a:t>
            </a:r>
            <a:endParaRPr>
              <a:solidFill>
                <a:schemeClr val="dk1"/>
              </a:solidFill>
            </a:endParaRPr>
          </a:p>
        </p:txBody>
      </p:sp>
      <p:sp>
        <p:nvSpPr>
          <p:cNvPr id="435" name="Google Shape;435;p42"/>
          <p:cNvSpPr txBox="1">
            <a:spLocks noGrp="1"/>
          </p:cNvSpPr>
          <p:nvPr>
            <p:ph type="body" idx="1"/>
          </p:nvPr>
        </p:nvSpPr>
        <p:spPr>
          <a:xfrm>
            <a:off x="1143000" y="1600200"/>
            <a:ext cx="7086600" cy="47244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400"/>
              <a:buFont typeface="Noto Sans Symbols"/>
              <a:buNone/>
            </a:pPr>
            <a:r>
              <a:rPr lang="en-US" sz="2400" i="1">
                <a:latin typeface="Times New Roman"/>
                <a:ea typeface="Times New Roman"/>
                <a:cs typeface="Times New Roman"/>
                <a:sym typeface="Times New Roman"/>
              </a:rPr>
              <a:t>p    q</a:t>
            </a:r>
            <a:r>
              <a:rPr lang="en-US" sz="2400"/>
              <a:t> 		If I study hard then I get rich.</a:t>
            </a:r>
            <a:endParaRPr/>
          </a:p>
          <a:p>
            <a:pPr marL="342900" lvl="0" indent="-342900" algn="l" rtl="0">
              <a:lnSpc>
                <a:spcPct val="100000"/>
              </a:lnSpc>
              <a:spcBef>
                <a:spcPts val="480"/>
              </a:spcBef>
              <a:spcAft>
                <a:spcPts val="0"/>
              </a:spcAft>
              <a:buClr>
                <a:schemeClr val="dk1"/>
              </a:buClr>
              <a:buSzPts val="2400"/>
              <a:buFont typeface="Noto Sans Symbols"/>
              <a:buNone/>
            </a:pPr>
            <a:r>
              <a:rPr lang="en-US" sz="2400" i="1">
                <a:latin typeface="Times New Roman"/>
                <a:ea typeface="Times New Roman"/>
                <a:cs typeface="Times New Roman"/>
                <a:sym typeface="Times New Roman"/>
              </a:rPr>
              <a:t>q    p</a:t>
            </a:r>
            <a:r>
              <a:rPr lang="en-US" sz="2400"/>
              <a:t> 		If I get rich then I study hard.</a:t>
            </a:r>
            <a:endParaRPr/>
          </a:p>
          <a:p>
            <a:pPr marL="342900" lvl="0" indent="-342900" algn="l" rtl="0">
              <a:lnSpc>
                <a:spcPct val="100000"/>
              </a:lnSpc>
              <a:spcBef>
                <a:spcPts val="480"/>
              </a:spcBef>
              <a:spcAft>
                <a:spcPts val="0"/>
              </a:spcAft>
              <a:buClr>
                <a:schemeClr val="dk1"/>
              </a:buClr>
              <a:buSzPts val="2400"/>
              <a:buFont typeface="Noto Sans Symbols"/>
              <a:buNone/>
            </a:pPr>
            <a:r>
              <a:rPr lang="en-US" sz="2400"/>
              <a:t>			(the </a:t>
            </a:r>
            <a:r>
              <a:rPr lang="en-US" sz="2400" b="1"/>
              <a:t>converse.</a:t>
            </a:r>
            <a:r>
              <a:rPr lang="en-US" sz="2400"/>
              <a:t>)</a:t>
            </a:r>
            <a:endParaRPr/>
          </a:p>
          <a:p>
            <a:pPr marL="342900" lvl="0" indent="-342900" algn="l" rtl="0">
              <a:lnSpc>
                <a:spcPct val="100000"/>
              </a:lnSpc>
              <a:spcBef>
                <a:spcPts val="480"/>
              </a:spcBef>
              <a:spcAft>
                <a:spcPts val="0"/>
              </a:spcAft>
              <a:buClr>
                <a:schemeClr val="dk1"/>
              </a:buClr>
              <a:buSzPts val="2400"/>
              <a:buFont typeface="Noto Sans Symbols"/>
              <a:buNone/>
            </a:pPr>
            <a:r>
              <a:rPr lang="en-US" sz="2400" i="1">
                <a:latin typeface="Times New Roman"/>
                <a:ea typeface="Times New Roman"/>
                <a:cs typeface="Times New Roman"/>
                <a:sym typeface="Times New Roman"/>
              </a:rPr>
              <a:t>  q       p</a:t>
            </a:r>
            <a:r>
              <a:rPr lang="en-US" sz="2400"/>
              <a:t> 	If I don't get rich then I don't study 			hard.</a:t>
            </a:r>
            <a:endParaRPr/>
          </a:p>
          <a:p>
            <a:pPr marL="342900" lvl="0" indent="-342900" algn="l" rtl="0">
              <a:lnSpc>
                <a:spcPct val="100000"/>
              </a:lnSpc>
              <a:spcBef>
                <a:spcPts val="480"/>
              </a:spcBef>
              <a:spcAft>
                <a:spcPts val="0"/>
              </a:spcAft>
              <a:buClr>
                <a:schemeClr val="dk1"/>
              </a:buClr>
              <a:buSzPts val="2400"/>
              <a:buFont typeface="Noto Sans Symbols"/>
              <a:buNone/>
            </a:pPr>
            <a:r>
              <a:rPr lang="en-US" sz="2400"/>
              <a:t>			(the </a:t>
            </a:r>
            <a:r>
              <a:rPr lang="en-US" sz="2400" b="1"/>
              <a:t>contrapositive.</a:t>
            </a:r>
            <a:r>
              <a:rPr lang="en-US" sz="2400"/>
              <a:t>)</a:t>
            </a:r>
            <a:endParaRPr/>
          </a:p>
        </p:txBody>
      </p:sp>
      <p:pic>
        <p:nvPicPr>
          <p:cNvPr id="436" name="Google Shape;436;p42"/>
          <p:cNvPicPr preferRelativeResize="0">
            <a:picLocks noGrp="1"/>
          </p:cNvPicPr>
          <p:nvPr>
            <p:ph type="body" idx="2"/>
          </p:nvPr>
        </p:nvPicPr>
        <p:blipFill rotWithShape="1">
          <a:blip r:embed="rId3">
            <a:alphaModFix/>
          </a:blip>
          <a:srcRect/>
          <a:stretch/>
        </p:blipFill>
        <p:spPr>
          <a:xfrm>
            <a:off x="1371600" y="1752600"/>
            <a:ext cx="303213" cy="257175"/>
          </a:xfrm>
          <a:prstGeom prst="rect">
            <a:avLst/>
          </a:prstGeom>
          <a:noFill/>
          <a:ln>
            <a:noFill/>
          </a:ln>
        </p:spPr>
      </p:pic>
      <p:pic>
        <p:nvPicPr>
          <p:cNvPr id="437" name="Google Shape;437;p42"/>
          <p:cNvPicPr preferRelativeResize="0">
            <a:picLocks noGrp="1"/>
          </p:cNvPicPr>
          <p:nvPr>
            <p:ph type="body" idx="3"/>
          </p:nvPr>
        </p:nvPicPr>
        <p:blipFill rotWithShape="1">
          <a:blip r:embed="rId4">
            <a:alphaModFix/>
          </a:blip>
          <a:srcRect/>
          <a:stretch/>
        </p:blipFill>
        <p:spPr>
          <a:xfrm>
            <a:off x="1524000" y="3048000"/>
            <a:ext cx="303213" cy="255588"/>
          </a:xfrm>
          <a:prstGeom prst="rect">
            <a:avLst/>
          </a:prstGeom>
          <a:noFill/>
          <a:ln>
            <a:noFill/>
          </a:ln>
        </p:spPr>
      </p:pic>
      <p:pic>
        <p:nvPicPr>
          <p:cNvPr id="438" name="Google Shape;438;p42"/>
          <p:cNvPicPr preferRelativeResize="0"/>
          <p:nvPr/>
        </p:nvPicPr>
        <p:blipFill rotWithShape="1">
          <a:blip r:embed="rId5">
            <a:alphaModFix/>
          </a:blip>
          <a:srcRect/>
          <a:stretch/>
        </p:blipFill>
        <p:spPr>
          <a:xfrm>
            <a:off x="1371600" y="2209800"/>
            <a:ext cx="320675" cy="255588"/>
          </a:xfrm>
          <a:prstGeom prst="rect">
            <a:avLst/>
          </a:prstGeom>
          <a:noFill/>
          <a:ln>
            <a:noFill/>
          </a:ln>
        </p:spPr>
      </p:pic>
      <p:pic>
        <p:nvPicPr>
          <p:cNvPr id="439" name="Google Shape;439;p42"/>
          <p:cNvPicPr preferRelativeResize="0"/>
          <p:nvPr/>
        </p:nvPicPr>
        <p:blipFill rotWithShape="1">
          <a:blip r:embed="rId6">
            <a:alphaModFix/>
          </a:blip>
          <a:srcRect/>
          <a:stretch/>
        </p:blipFill>
        <p:spPr>
          <a:xfrm>
            <a:off x="1143000" y="3124200"/>
            <a:ext cx="222250" cy="173038"/>
          </a:xfrm>
          <a:prstGeom prst="rect">
            <a:avLst/>
          </a:prstGeom>
          <a:noFill/>
          <a:ln>
            <a:noFill/>
          </a:ln>
        </p:spPr>
      </p:pic>
      <p:pic>
        <p:nvPicPr>
          <p:cNvPr id="440" name="Google Shape;440;p42"/>
          <p:cNvPicPr preferRelativeResize="0"/>
          <p:nvPr/>
        </p:nvPicPr>
        <p:blipFill rotWithShape="1">
          <a:blip r:embed="rId6">
            <a:alphaModFix/>
          </a:blip>
          <a:srcRect/>
          <a:stretch/>
        </p:blipFill>
        <p:spPr>
          <a:xfrm>
            <a:off x="1828800" y="3124200"/>
            <a:ext cx="222250" cy="173038"/>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Shape 444"/>
        <p:cNvGrpSpPr/>
        <p:nvPr/>
      </p:nvGrpSpPr>
      <p:grpSpPr>
        <a:xfrm>
          <a:off x="0" y="0"/>
          <a:ext cx="0" cy="0"/>
          <a:chOff x="0" y="0"/>
          <a:chExt cx="0" cy="0"/>
        </a:xfrm>
      </p:grpSpPr>
      <p:sp>
        <p:nvSpPr>
          <p:cNvPr id="445" name="Google Shape;445;p43"/>
          <p:cNvSpPr txBox="1">
            <a:spLocks noGrp="1"/>
          </p:cNvSpPr>
          <p:nvPr>
            <p:ph type="title"/>
          </p:nvPr>
        </p:nvSpPr>
        <p:spPr>
          <a:xfrm>
            <a:off x="914400" y="277813"/>
            <a:ext cx="77724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solidFill>
                  <a:schemeClr val="dk1"/>
                </a:solidFill>
              </a:rPr>
              <a:t>Biconditional </a:t>
            </a:r>
            <a:endParaRPr>
              <a:solidFill>
                <a:schemeClr val="dk1"/>
              </a:solidFill>
            </a:endParaRPr>
          </a:p>
        </p:txBody>
      </p:sp>
      <p:sp>
        <p:nvSpPr>
          <p:cNvPr id="446" name="Google Shape;446;p43"/>
          <p:cNvSpPr txBox="1">
            <a:spLocks noGrp="1"/>
          </p:cNvSpPr>
          <p:nvPr>
            <p:ph type="body" idx="1"/>
          </p:nvPr>
        </p:nvSpPr>
        <p:spPr>
          <a:xfrm>
            <a:off x="5334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rgbClr val="FF0000"/>
              </a:buClr>
              <a:buSzPts val="3600"/>
              <a:buChar char="•"/>
            </a:pPr>
            <a:r>
              <a:rPr lang="en-US" sz="2400"/>
              <a:t>Also known as iff (</a:t>
            </a:r>
            <a:r>
              <a:rPr lang="en-US" sz="2400">
                <a:solidFill>
                  <a:srgbClr val="FF9933"/>
                </a:solidFill>
              </a:rPr>
              <a:t>if and only if</a:t>
            </a:r>
            <a:r>
              <a:rPr lang="en-US" sz="2400"/>
              <a:t>) or the biconditional.</a:t>
            </a:r>
            <a:endParaRPr/>
          </a:p>
          <a:p>
            <a:pPr marL="342900" lvl="0" indent="-342900" algn="l" rtl="0">
              <a:lnSpc>
                <a:spcPct val="100000"/>
              </a:lnSpc>
              <a:spcBef>
                <a:spcPts val="480"/>
              </a:spcBef>
              <a:spcAft>
                <a:spcPts val="0"/>
              </a:spcAft>
              <a:buClr>
                <a:srgbClr val="FF0000"/>
              </a:buClr>
              <a:buSzPts val="3600"/>
              <a:buChar char="•"/>
            </a:pPr>
            <a:r>
              <a:rPr lang="en-US" sz="2400"/>
              <a:t>The biconditional, written as </a:t>
            </a:r>
            <a:r>
              <a:rPr lang="en-US" sz="2400" i="1">
                <a:latin typeface="Times New Roman"/>
                <a:ea typeface="Times New Roman"/>
                <a:cs typeface="Times New Roman"/>
                <a:sym typeface="Times New Roman"/>
              </a:rPr>
              <a:t>p      q</a:t>
            </a:r>
            <a:r>
              <a:rPr lang="en-US" sz="2400"/>
              <a:t>, of two propositions is true when both </a:t>
            </a:r>
            <a:r>
              <a:rPr lang="en-US" sz="2400" i="1">
                <a:latin typeface="Times New Roman"/>
                <a:ea typeface="Times New Roman"/>
                <a:cs typeface="Times New Roman"/>
                <a:sym typeface="Times New Roman"/>
              </a:rPr>
              <a:t>p</a:t>
            </a:r>
            <a:r>
              <a:rPr lang="en-US" sz="2400"/>
              <a:t> and </a:t>
            </a:r>
            <a:r>
              <a:rPr lang="en-US" sz="2400" i="1">
                <a:latin typeface="Times New Roman"/>
                <a:ea typeface="Times New Roman"/>
                <a:cs typeface="Times New Roman"/>
                <a:sym typeface="Times New Roman"/>
              </a:rPr>
              <a:t>q</a:t>
            </a:r>
            <a:r>
              <a:rPr lang="en-US" sz="2400"/>
              <a:t> are true or when both </a:t>
            </a:r>
            <a:r>
              <a:rPr lang="en-US" sz="2400" i="1">
                <a:latin typeface="Times New Roman"/>
                <a:ea typeface="Times New Roman"/>
                <a:cs typeface="Times New Roman"/>
                <a:sym typeface="Times New Roman"/>
              </a:rPr>
              <a:t>p</a:t>
            </a:r>
            <a:r>
              <a:rPr lang="en-US" sz="2400"/>
              <a:t> and </a:t>
            </a:r>
            <a:r>
              <a:rPr lang="en-US" sz="2400" i="1">
                <a:latin typeface="Times New Roman"/>
                <a:ea typeface="Times New Roman"/>
                <a:cs typeface="Times New Roman"/>
                <a:sym typeface="Times New Roman"/>
              </a:rPr>
              <a:t>q</a:t>
            </a:r>
            <a:r>
              <a:rPr lang="en-US" sz="2400"/>
              <a:t> are false, and false otherwise.</a:t>
            </a:r>
            <a:endParaRPr/>
          </a:p>
        </p:txBody>
      </p:sp>
      <p:pic>
        <p:nvPicPr>
          <p:cNvPr id="447" name="Google Shape;447;p43"/>
          <p:cNvPicPr preferRelativeResize="0">
            <a:picLocks noGrp="1"/>
          </p:cNvPicPr>
          <p:nvPr>
            <p:ph type="body" idx="2"/>
          </p:nvPr>
        </p:nvPicPr>
        <p:blipFill rotWithShape="1">
          <a:blip r:embed="rId3">
            <a:alphaModFix/>
          </a:blip>
          <a:srcRect/>
          <a:stretch/>
        </p:blipFill>
        <p:spPr>
          <a:xfrm>
            <a:off x="2514600" y="644524"/>
            <a:ext cx="685800" cy="582613"/>
          </a:xfrm>
          <a:prstGeom prst="rect">
            <a:avLst/>
          </a:prstGeom>
          <a:noFill/>
          <a:ln>
            <a:noFill/>
          </a:ln>
        </p:spPr>
      </p:pic>
      <p:pic>
        <p:nvPicPr>
          <p:cNvPr id="448" name="Google Shape;448;p43"/>
          <p:cNvPicPr preferRelativeResize="0">
            <a:picLocks noGrp="1"/>
          </p:cNvPicPr>
          <p:nvPr>
            <p:ph type="body" idx="3"/>
          </p:nvPr>
        </p:nvPicPr>
        <p:blipFill rotWithShape="1">
          <a:blip r:embed="rId4">
            <a:alphaModFix/>
          </a:blip>
          <a:srcRect/>
          <a:stretch/>
        </p:blipFill>
        <p:spPr>
          <a:xfrm>
            <a:off x="4724400" y="2057400"/>
            <a:ext cx="431800" cy="396875"/>
          </a:xfrm>
          <a:prstGeom prst="rect">
            <a:avLst/>
          </a:prstGeom>
          <a:noFill/>
          <a:ln>
            <a:noFill/>
          </a:ln>
        </p:spPr>
      </p:pic>
      <p:pic>
        <p:nvPicPr>
          <p:cNvPr id="449" name="Google Shape;449;p43"/>
          <p:cNvPicPr preferRelativeResize="0"/>
          <p:nvPr/>
        </p:nvPicPr>
        <p:blipFill rotWithShape="1">
          <a:blip r:embed="rId5">
            <a:alphaModFix/>
          </a:blip>
          <a:srcRect/>
          <a:stretch/>
        </p:blipFill>
        <p:spPr>
          <a:xfrm>
            <a:off x="3048000" y="3200400"/>
            <a:ext cx="3429000" cy="3054350"/>
          </a:xfrm>
          <a:prstGeom prst="rect">
            <a:avLst/>
          </a:prstGeom>
          <a:noFill/>
          <a:ln>
            <a:noFill/>
          </a:ln>
        </p:spPr>
      </p:pic>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Shape 453"/>
        <p:cNvGrpSpPr/>
        <p:nvPr/>
      </p:nvGrpSpPr>
      <p:grpSpPr>
        <a:xfrm>
          <a:off x="0" y="0"/>
          <a:ext cx="0" cy="0"/>
          <a:chOff x="0" y="0"/>
          <a:chExt cx="0" cy="0"/>
        </a:xfrm>
      </p:grpSpPr>
      <p:sp>
        <p:nvSpPr>
          <p:cNvPr id="454" name="Google Shape;454;p4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solidFill>
                  <a:schemeClr val="dk1"/>
                </a:solidFill>
              </a:rPr>
              <a:t>Biconditional</a:t>
            </a:r>
            <a:endParaRPr/>
          </a:p>
        </p:txBody>
      </p:sp>
      <p:sp>
        <p:nvSpPr>
          <p:cNvPr id="455" name="Google Shape;455;p44"/>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3200"/>
              <a:buFont typeface="Noto Sans Symbols"/>
              <a:buNone/>
            </a:pPr>
            <a:r>
              <a:rPr lang="en-US" i="1">
                <a:latin typeface="Times New Roman"/>
                <a:ea typeface="Times New Roman"/>
                <a:cs typeface="Times New Roman"/>
                <a:sym typeface="Times New Roman"/>
              </a:rPr>
              <a:t>p</a:t>
            </a:r>
            <a:r>
              <a:rPr lang="en-US"/>
              <a:t> 		A shape is a rectangle.</a:t>
            </a:r>
            <a:endParaRPr/>
          </a:p>
          <a:p>
            <a:pPr marL="0" lvl="0" indent="0" algn="l" rtl="0">
              <a:lnSpc>
                <a:spcPct val="100000"/>
              </a:lnSpc>
              <a:spcBef>
                <a:spcPts val="640"/>
              </a:spcBef>
              <a:spcAft>
                <a:spcPts val="0"/>
              </a:spcAft>
              <a:buClr>
                <a:schemeClr val="dk1"/>
              </a:buClr>
              <a:buSzPts val="3200"/>
              <a:buFont typeface="Noto Sans Symbols"/>
              <a:buNone/>
            </a:pPr>
            <a:r>
              <a:rPr lang="en-US" i="1">
                <a:latin typeface="Times New Roman"/>
                <a:ea typeface="Times New Roman"/>
                <a:cs typeface="Times New Roman"/>
                <a:sym typeface="Times New Roman"/>
              </a:rPr>
              <a:t>q</a:t>
            </a:r>
            <a:r>
              <a:rPr lang="en-US"/>
              <a:t> 		A shape has four sides.</a:t>
            </a:r>
            <a:endParaRPr/>
          </a:p>
          <a:p>
            <a:pPr marL="0" lvl="0" indent="0" algn="l" rtl="0">
              <a:lnSpc>
                <a:spcPct val="100000"/>
              </a:lnSpc>
              <a:spcBef>
                <a:spcPts val="640"/>
              </a:spcBef>
              <a:spcAft>
                <a:spcPts val="0"/>
              </a:spcAft>
              <a:buClr>
                <a:schemeClr val="dk1"/>
              </a:buClr>
              <a:buSzPts val="3200"/>
              <a:buFont typeface="Noto Sans Symbols"/>
              <a:buNone/>
            </a:pPr>
            <a:r>
              <a:rPr lang="en-US" i="1">
                <a:latin typeface="Times New Roman"/>
                <a:ea typeface="Times New Roman"/>
                <a:cs typeface="Times New Roman"/>
                <a:sym typeface="Times New Roman"/>
              </a:rPr>
              <a:t>p      q</a:t>
            </a:r>
            <a:r>
              <a:rPr lang="en-US"/>
              <a:t> 	A shape is a rectangle if and only if 		it has four sides.</a:t>
            </a:r>
            <a:endParaRPr/>
          </a:p>
          <a:p>
            <a:pPr marL="0" lvl="0" indent="0" algn="l" rtl="0">
              <a:lnSpc>
                <a:spcPct val="100000"/>
              </a:lnSpc>
              <a:spcBef>
                <a:spcPts val="640"/>
              </a:spcBef>
              <a:spcAft>
                <a:spcPts val="0"/>
              </a:spcAft>
              <a:buClr>
                <a:schemeClr val="dk1"/>
              </a:buClr>
              <a:buSzPts val="3200"/>
              <a:buFont typeface="Noto Sans Symbols"/>
              <a:buNone/>
            </a:pPr>
            <a:r>
              <a:rPr lang="en-US"/>
              <a:t>		</a:t>
            </a:r>
            <a:endParaRPr/>
          </a:p>
        </p:txBody>
      </p:sp>
      <p:pic>
        <p:nvPicPr>
          <p:cNvPr id="456" name="Google Shape;456;p44"/>
          <p:cNvPicPr preferRelativeResize="0"/>
          <p:nvPr/>
        </p:nvPicPr>
        <p:blipFill rotWithShape="1">
          <a:blip r:embed="rId3">
            <a:alphaModFix/>
          </a:blip>
          <a:srcRect/>
          <a:stretch/>
        </p:blipFill>
        <p:spPr>
          <a:xfrm>
            <a:off x="838200" y="2879725"/>
            <a:ext cx="431800" cy="396875"/>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Shape 460"/>
        <p:cNvGrpSpPr/>
        <p:nvPr/>
      </p:nvGrpSpPr>
      <p:grpSpPr>
        <a:xfrm>
          <a:off x="0" y="0"/>
          <a:ext cx="0" cy="0"/>
          <a:chOff x="0" y="0"/>
          <a:chExt cx="0" cy="0"/>
        </a:xfrm>
      </p:grpSpPr>
      <p:sp>
        <p:nvSpPr>
          <p:cNvPr id="461" name="Google Shape;461;p4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solidFill>
                  <a:schemeClr val="dk1"/>
                </a:solidFill>
              </a:rPr>
              <a:t>WFF</a:t>
            </a:r>
            <a:endParaRPr>
              <a:solidFill>
                <a:schemeClr val="dk1"/>
              </a:solidFill>
            </a:endParaRPr>
          </a:p>
        </p:txBody>
      </p:sp>
      <p:sp>
        <p:nvSpPr>
          <p:cNvPr id="462" name="Google Shape;462;p45"/>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Font typeface="Noto Sans Symbols"/>
              <a:buNone/>
            </a:pPr>
            <a:r>
              <a:rPr lang="en-US"/>
              <a:t>	The set of sentences or </a:t>
            </a:r>
            <a:r>
              <a:rPr lang="en-US" i="1"/>
              <a:t>well-formed propositional formulae </a:t>
            </a:r>
            <a:r>
              <a:rPr lang="en-US"/>
              <a:t>(WFF) is defined as:</a:t>
            </a:r>
            <a:endParaRPr/>
          </a:p>
          <a:p>
            <a:pPr marL="342900" lvl="0" indent="-342900" algn="l" rtl="0">
              <a:lnSpc>
                <a:spcPct val="100000"/>
              </a:lnSpc>
              <a:spcBef>
                <a:spcPts val="640"/>
              </a:spcBef>
              <a:spcAft>
                <a:spcPts val="0"/>
              </a:spcAft>
              <a:buClr>
                <a:srgbClr val="FF0000"/>
              </a:buClr>
              <a:buSzPts val="4800"/>
              <a:buChar char="•"/>
            </a:pPr>
            <a:r>
              <a:rPr lang="en-US"/>
              <a:t>Any propositional symbol is in WFF.</a:t>
            </a:r>
            <a:endParaRPr/>
          </a:p>
          <a:p>
            <a:pPr marL="342900" lvl="0" indent="-342900" algn="l" rtl="0">
              <a:lnSpc>
                <a:spcPct val="100000"/>
              </a:lnSpc>
              <a:spcBef>
                <a:spcPts val="640"/>
              </a:spcBef>
              <a:spcAft>
                <a:spcPts val="0"/>
              </a:spcAft>
              <a:buClr>
                <a:srgbClr val="FF0000"/>
              </a:buClr>
              <a:buSzPts val="4800"/>
              <a:buChar char="•"/>
            </a:pPr>
            <a:r>
              <a:rPr lang="en-US"/>
              <a:t>The nullary connectives, </a:t>
            </a:r>
            <a:r>
              <a:rPr lang="en-US" b="1"/>
              <a:t>true </a:t>
            </a:r>
            <a:r>
              <a:rPr lang="en-US"/>
              <a:t>and </a:t>
            </a:r>
            <a:r>
              <a:rPr lang="en-US" b="1"/>
              <a:t>false </a:t>
            </a:r>
            <a:r>
              <a:rPr lang="en-US"/>
              <a:t>are in WFF.</a:t>
            </a:r>
            <a:endParaRPr/>
          </a:p>
          <a:p>
            <a:pPr marL="342900" lvl="0" indent="-342900" algn="l" rtl="0">
              <a:lnSpc>
                <a:spcPct val="100000"/>
              </a:lnSpc>
              <a:spcBef>
                <a:spcPts val="640"/>
              </a:spcBef>
              <a:spcAft>
                <a:spcPts val="0"/>
              </a:spcAft>
              <a:buClr>
                <a:srgbClr val="FF0000"/>
              </a:buClr>
              <a:buSzPts val="4800"/>
              <a:buChar char="•"/>
            </a:pPr>
            <a:r>
              <a:rPr lang="en-US"/>
              <a:t>If A and B are in WFF then so is ~A, A v B, </a:t>
            </a:r>
            <a:endParaRPr/>
          </a:p>
          <a:p>
            <a:pPr marL="342900" lvl="0" indent="-342900" algn="l" rtl="0">
              <a:lnSpc>
                <a:spcPct val="100000"/>
              </a:lnSpc>
              <a:spcBef>
                <a:spcPts val="640"/>
              </a:spcBef>
              <a:spcAft>
                <a:spcPts val="0"/>
              </a:spcAft>
              <a:buClr>
                <a:srgbClr val="FF0000"/>
              </a:buClr>
              <a:buSzPts val="4800"/>
              <a:buFont typeface="Noto Sans Symbols"/>
              <a:buNone/>
            </a:pPr>
            <a:r>
              <a:rPr lang="en-US"/>
              <a:t>	A ^ B, A</a:t>
            </a:r>
            <a:r>
              <a:rPr lang="en-US">
                <a:latin typeface="Noto Sans Symbols"/>
                <a:ea typeface="Noto Sans Symbols"/>
                <a:cs typeface="Noto Sans Symbols"/>
                <a:sym typeface="Noto Sans Symbols"/>
              </a:rPr>
              <a:t>⭢</a:t>
            </a:r>
            <a:r>
              <a:rPr lang="en-US"/>
              <a:t> B and A </a:t>
            </a:r>
            <a:r>
              <a:rPr lang="en-US">
                <a:latin typeface="Noto Sans Symbols"/>
                <a:ea typeface="Noto Sans Symbols"/>
                <a:cs typeface="Noto Sans Symbols"/>
                <a:sym typeface="Noto Sans Symbols"/>
              </a:rPr>
              <a:t>⭤</a:t>
            </a:r>
            <a:r>
              <a:rPr lang="en-US"/>
              <a:t>  B.</a:t>
            </a:r>
            <a:endParaRPr/>
          </a:p>
          <a:p>
            <a:pPr marL="342900" lvl="0" indent="-342900" algn="l" rtl="0">
              <a:lnSpc>
                <a:spcPct val="100000"/>
              </a:lnSpc>
              <a:spcBef>
                <a:spcPts val="640"/>
              </a:spcBef>
              <a:spcAft>
                <a:spcPts val="0"/>
              </a:spcAft>
              <a:buClr>
                <a:srgbClr val="FF0000"/>
              </a:buClr>
              <a:buSzPts val="4800"/>
              <a:buChar char="•"/>
            </a:pPr>
            <a:r>
              <a:rPr lang="en-US"/>
              <a:t>If A is in WFF then so is (A).</a:t>
            </a:r>
            <a:endParaRPr/>
          </a:p>
          <a:p>
            <a:pPr marL="342900" lvl="0" indent="-139700" algn="l" rtl="0">
              <a:lnSpc>
                <a:spcPct val="100000"/>
              </a:lnSpc>
              <a:spcBef>
                <a:spcPts val="640"/>
              </a:spcBef>
              <a:spcAft>
                <a:spcPts val="0"/>
              </a:spcAft>
              <a:buClr>
                <a:schemeClr val="dk1"/>
              </a:buClr>
              <a:buSzPts val="3200"/>
              <a:buNone/>
            </a:pPr>
            <a:endParaRP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7" name="Google Shape;467;p46"/>
          <p:cNvSpPr txBox="1">
            <a:spLocks noGrp="1"/>
          </p:cNvSpPr>
          <p:nvPr>
            <p:ph type="title"/>
          </p:nvPr>
        </p:nvSpPr>
        <p:spPr>
          <a:xfrm>
            <a:off x="914400" y="277813"/>
            <a:ext cx="77724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solidFill>
                  <a:schemeClr val="dk1"/>
                </a:solidFill>
              </a:rPr>
              <a:t>Example</a:t>
            </a:r>
            <a:endParaRPr/>
          </a:p>
        </p:txBody>
      </p:sp>
      <p:sp>
        <p:nvSpPr>
          <p:cNvPr id="468" name="Google Shape;468;p46"/>
          <p:cNvSpPr txBox="1">
            <a:spLocks noGrp="1"/>
          </p:cNvSpPr>
          <p:nvPr>
            <p:ph type="body" idx="1"/>
          </p:nvPr>
        </p:nvSpPr>
        <p:spPr>
          <a:xfrm>
            <a:off x="914400" y="1600200"/>
            <a:ext cx="7772400" cy="4530725"/>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400"/>
              <a:buFont typeface="Noto Sans Symbols"/>
              <a:buNone/>
            </a:pPr>
            <a:r>
              <a:rPr lang="en-US" sz="2400"/>
              <a:t>The following are well formed formulae</a:t>
            </a:r>
            <a:endParaRPr/>
          </a:p>
          <a:p>
            <a:pPr marL="342900" lvl="0" indent="-342900" algn="l" rtl="0">
              <a:lnSpc>
                <a:spcPct val="100000"/>
              </a:lnSpc>
              <a:spcBef>
                <a:spcPts val="480"/>
              </a:spcBef>
              <a:spcAft>
                <a:spcPts val="0"/>
              </a:spcAft>
              <a:buClr>
                <a:schemeClr val="dk1"/>
              </a:buClr>
              <a:buSzPts val="2400"/>
              <a:buFont typeface="Noto Sans Symbols"/>
              <a:buNone/>
            </a:pPr>
            <a:endParaRPr sz="2400"/>
          </a:p>
          <a:p>
            <a:pPr marL="342900" lvl="0" indent="-342900" algn="l" rtl="0">
              <a:lnSpc>
                <a:spcPct val="100000"/>
              </a:lnSpc>
              <a:spcBef>
                <a:spcPts val="480"/>
              </a:spcBef>
              <a:spcAft>
                <a:spcPts val="0"/>
              </a:spcAft>
              <a:buClr>
                <a:schemeClr val="dk1"/>
              </a:buClr>
              <a:buSzPts val="2400"/>
              <a:buFont typeface="Noto Sans Symbols"/>
              <a:buNone/>
            </a:pPr>
            <a:endParaRPr sz="2400"/>
          </a:p>
          <a:p>
            <a:pPr marL="342900" lvl="0" indent="-342900" algn="l" rtl="0">
              <a:lnSpc>
                <a:spcPct val="100000"/>
              </a:lnSpc>
              <a:spcBef>
                <a:spcPts val="480"/>
              </a:spcBef>
              <a:spcAft>
                <a:spcPts val="0"/>
              </a:spcAft>
              <a:buClr>
                <a:schemeClr val="dk1"/>
              </a:buClr>
              <a:buSzPts val="2400"/>
              <a:buFont typeface="Noto Sans Symbols"/>
              <a:buNone/>
            </a:pPr>
            <a:r>
              <a:rPr lang="en-US" sz="2400"/>
              <a:t>whereas</a:t>
            </a:r>
            <a:endParaRPr/>
          </a:p>
          <a:p>
            <a:pPr marL="342900" lvl="0" indent="-342900" algn="l" rtl="0">
              <a:lnSpc>
                <a:spcPct val="100000"/>
              </a:lnSpc>
              <a:spcBef>
                <a:spcPts val="480"/>
              </a:spcBef>
              <a:spcAft>
                <a:spcPts val="0"/>
              </a:spcAft>
              <a:buClr>
                <a:schemeClr val="dk1"/>
              </a:buClr>
              <a:buSzPts val="2400"/>
              <a:buFont typeface="Noto Sans Symbols"/>
              <a:buNone/>
            </a:pPr>
            <a:endParaRPr sz="2400"/>
          </a:p>
          <a:p>
            <a:pPr marL="342900" lvl="0" indent="-342900" algn="l" rtl="0">
              <a:lnSpc>
                <a:spcPct val="100000"/>
              </a:lnSpc>
              <a:spcBef>
                <a:spcPts val="480"/>
              </a:spcBef>
              <a:spcAft>
                <a:spcPts val="0"/>
              </a:spcAft>
              <a:buClr>
                <a:schemeClr val="dk1"/>
              </a:buClr>
              <a:buSzPts val="2400"/>
              <a:buFont typeface="Noto Sans Symbols"/>
              <a:buNone/>
            </a:pPr>
            <a:endParaRPr sz="2400"/>
          </a:p>
          <a:p>
            <a:pPr marL="342900" lvl="0" indent="-342900" algn="l" rtl="0">
              <a:lnSpc>
                <a:spcPct val="100000"/>
              </a:lnSpc>
              <a:spcBef>
                <a:spcPts val="480"/>
              </a:spcBef>
              <a:spcAft>
                <a:spcPts val="0"/>
              </a:spcAft>
              <a:buClr>
                <a:schemeClr val="dk1"/>
              </a:buClr>
              <a:buSzPts val="2400"/>
              <a:buFont typeface="Noto Sans Symbols"/>
              <a:buNone/>
            </a:pPr>
            <a:endParaRPr sz="2400"/>
          </a:p>
          <a:p>
            <a:pPr marL="342900" lvl="0" indent="-342900" algn="l" rtl="0">
              <a:lnSpc>
                <a:spcPct val="100000"/>
              </a:lnSpc>
              <a:spcBef>
                <a:spcPts val="480"/>
              </a:spcBef>
              <a:spcAft>
                <a:spcPts val="0"/>
              </a:spcAft>
              <a:buClr>
                <a:schemeClr val="dk1"/>
              </a:buClr>
              <a:buSzPts val="2400"/>
              <a:buFont typeface="Noto Sans Symbols"/>
              <a:buNone/>
            </a:pPr>
            <a:r>
              <a:rPr lang="en-US" sz="2400">
                <a:solidFill>
                  <a:srgbClr val="FF9933"/>
                </a:solidFill>
              </a:rPr>
              <a:t>are not.</a:t>
            </a:r>
            <a:endParaRPr/>
          </a:p>
          <a:p>
            <a:pPr marL="342900" lvl="0" indent="-342900" algn="l" rtl="0">
              <a:lnSpc>
                <a:spcPct val="100000"/>
              </a:lnSpc>
              <a:spcBef>
                <a:spcPts val="480"/>
              </a:spcBef>
              <a:spcAft>
                <a:spcPts val="0"/>
              </a:spcAft>
              <a:buClr>
                <a:schemeClr val="dk1"/>
              </a:buClr>
              <a:buSzPts val="2400"/>
              <a:buFont typeface="Noto Sans Symbols"/>
              <a:buNone/>
            </a:pPr>
            <a:endParaRPr sz="2400">
              <a:solidFill>
                <a:srgbClr val="FF9933"/>
              </a:solidFill>
            </a:endParaRPr>
          </a:p>
        </p:txBody>
      </p:sp>
      <p:pic>
        <p:nvPicPr>
          <p:cNvPr id="469" name="Google Shape;469;p46"/>
          <p:cNvPicPr preferRelativeResize="0">
            <a:picLocks noGrp="1"/>
          </p:cNvPicPr>
          <p:nvPr>
            <p:ph type="body" idx="3"/>
          </p:nvPr>
        </p:nvPicPr>
        <p:blipFill rotWithShape="1">
          <a:blip r:embed="rId3">
            <a:alphaModFix/>
          </a:blip>
          <a:srcRect/>
          <a:stretch/>
        </p:blipFill>
        <p:spPr>
          <a:xfrm>
            <a:off x="1633538" y="2439988"/>
            <a:ext cx="6262687" cy="406400"/>
          </a:xfrm>
          <a:prstGeom prst="rect">
            <a:avLst/>
          </a:prstGeom>
          <a:noFill/>
          <a:ln>
            <a:noFill/>
          </a:ln>
        </p:spPr>
      </p:pic>
      <p:pic>
        <p:nvPicPr>
          <p:cNvPr id="470" name="Google Shape;470;p46"/>
          <p:cNvPicPr preferRelativeResize="0">
            <a:picLocks noGrp="1"/>
          </p:cNvPicPr>
          <p:nvPr>
            <p:ph type="body" idx="2"/>
          </p:nvPr>
        </p:nvPicPr>
        <p:blipFill rotWithShape="1">
          <a:blip r:embed="rId4">
            <a:alphaModFix/>
          </a:blip>
          <a:srcRect/>
          <a:stretch/>
        </p:blipFill>
        <p:spPr>
          <a:xfrm>
            <a:off x="2352675" y="4041775"/>
            <a:ext cx="4319588" cy="481013"/>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Shape 474"/>
        <p:cNvGrpSpPr/>
        <p:nvPr/>
      </p:nvGrpSpPr>
      <p:grpSpPr>
        <a:xfrm>
          <a:off x="0" y="0"/>
          <a:ext cx="0" cy="0"/>
          <a:chOff x="0" y="0"/>
          <a:chExt cx="0" cy="0"/>
        </a:xfrm>
      </p:grpSpPr>
      <p:sp>
        <p:nvSpPr>
          <p:cNvPr id="475" name="Google Shape;475;p4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rgbClr val="FF9933"/>
              </a:buClr>
              <a:buSzPts val="4400"/>
              <a:buFont typeface="Calibri"/>
              <a:buNone/>
            </a:pPr>
            <a:r>
              <a:rPr lang="en-US" b="1">
                <a:solidFill>
                  <a:srgbClr val="FF9933"/>
                </a:solidFill>
              </a:rPr>
              <a:t>Recap: Truth Tables</a:t>
            </a:r>
            <a:endParaRPr>
              <a:solidFill>
                <a:srgbClr val="FF9933"/>
              </a:solidFill>
            </a:endParaRPr>
          </a:p>
        </p:txBody>
      </p:sp>
      <p:pic>
        <p:nvPicPr>
          <p:cNvPr id="476" name="Google Shape;476;p47"/>
          <p:cNvPicPr preferRelativeResize="0">
            <a:picLocks noGrp="1"/>
          </p:cNvPicPr>
          <p:nvPr>
            <p:ph type="body" idx="1"/>
          </p:nvPr>
        </p:nvPicPr>
        <p:blipFill rotWithShape="1">
          <a:blip r:embed="rId3">
            <a:alphaModFix/>
          </a:blip>
          <a:srcRect/>
          <a:stretch/>
        </p:blipFill>
        <p:spPr>
          <a:xfrm>
            <a:off x="304800" y="1676400"/>
            <a:ext cx="8686800" cy="4648200"/>
          </a:xfrm>
          <a:prstGeom prst="rect">
            <a:avLst/>
          </a:prstGeom>
          <a:noFill/>
          <a:ln>
            <a:noFill/>
          </a:ln>
        </p:spPr>
      </p:pic>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Shape 480"/>
        <p:cNvGrpSpPr/>
        <p:nvPr/>
      </p:nvGrpSpPr>
      <p:grpSpPr>
        <a:xfrm>
          <a:off x="0" y="0"/>
          <a:ext cx="0" cy="0"/>
          <a:chOff x="0" y="0"/>
          <a:chExt cx="0" cy="0"/>
        </a:xfrm>
      </p:grpSpPr>
      <p:sp>
        <p:nvSpPr>
          <p:cNvPr id="481" name="Google Shape;481;p48"/>
          <p:cNvSpPr txBox="1">
            <a:spLocks noGrp="1"/>
          </p:cNvSpPr>
          <p:nvPr>
            <p:ph type="title"/>
          </p:nvPr>
        </p:nvSpPr>
        <p:spPr>
          <a:xfrm>
            <a:off x="914400" y="277813"/>
            <a:ext cx="7772400" cy="79216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2900"/>
              <a:buFont typeface="Calibri"/>
              <a:buNone/>
            </a:pPr>
            <a:r>
              <a:rPr lang="en-US" sz="2900" b="1">
                <a:solidFill>
                  <a:schemeClr val="dk1"/>
                </a:solidFill>
              </a:rPr>
              <a:t>Truth Tables for Compound Propositions</a:t>
            </a:r>
            <a:endParaRPr sz="2900">
              <a:solidFill>
                <a:schemeClr val="dk1"/>
              </a:solidFill>
            </a:endParaRPr>
          </a:p>
        </p:txBody>
      </p:sp>
      <p:sp>
        <p:nvSpPr>
          <p:cNvPr id="482" name="Google Shape;482;p48"/>
          <p:cNvSpPr txBox="1">
            <a:spLocks noGrp="1"/>
          </p:cNvSpPr>
          <p:nvPr>
            <p:ph type="body" idx="1"/>
          </p:nvPr>
        </p:nvSpPr>
        <p:spPr>
          <a:xfrm>
            <a:off x="1143000" y="1600200"/>
            <a:ext cx="7543800" cy="4953000"/>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rgbClr val="FF0000"/>
              </a:buClr>
              <a:buSzPts val="3000"/>
              <a:buChar char="•"/>
            </a:pPr>
            <a:r>
              <a:rPr lang="en-US" sz="2000"/>
              <a:t>Truth tables may be used to show </a:t>
            </a:r>
            <a:r>
              <a:rPr lang="en-US" sz="2000" b="1"/>
              <a:t>interpretations </a:t>
            </a:r>
            <a:r>
              <a:rPr lang="en-US" sz="2000"/>
              <a:t>of compound propositions.</a:t>
            </a:r>
            <a:endParaRPr/>
          </a:p>
          <a:p>
            <a:pPr marL="342900" lvl="0" indent="-342900" algn="l" rtl="0">
              <a:lnSpc>
                <a:spcPct val="90000"/>
              </a:lnSpc>
              <a:spcBef>
                <a:spcPts val="400"/>
              </a:spcBef>
              <a:spcAft>
                <a:spcPts val="0"/>
              </a:spcAft>
              <a:buClr>
                <a:srgbClr val="FF0000"/>
              </a:buClr>
              <a:buSzPts val="3000"/>
              <a:buChar char="•"/>
            </a:pPr>
            <a:r>
              <a:rPr lang="en-US" sz="2000"/>
              <a:t>To draw up a truth table, construct a column for each proposition involved.</a:t>
            </a:r>
            <a:endParaRPr/>
          </a:p>
          <a:p>
            <a:pPr marL="342900" lvl="0" indent="-342900" algn="l" rtl="0">
              <a:lnSpc>
                <a:spcPct val="90000"/>
              </a:lnSpc>
              <a:spcBef>
                <a:spcPts val="400"/>
              </a:spcBef>
              <a:spcAft>
                <a:spcPts val="0"/>
              </a:spcAft>
              <a:buClr>
                <a:srgbClr val="FF0000"/>
              </a:buClr>
              <a:buSzPts val="3000"/>
              <a:buChar char="•"/>
            </a:pPr>
            <a:r>
              <a:rPr lang="en-US" sz="2000"/>
              <a:t>You need 2</a:t>
            </a:r>
            <a:r>
              <a:rPr lang="en-US" sz="2000" baseline="30000"/>
              <a:t>n</a:t>
            </a:r>
            <a:r>
              <a:rPr lang="en-US" sz="2000"/>
              <a:t> rows for n propositions for all possible ways of setting the propositions to T and F.</a:t>
            </a:r>
            <a:endParaRPr/>
          </a:p>
          <a:p>
            <a:pPr marL="342900" lvl="0" indent="-342900" algn="l" rtl="0">
              <a:lnSpc>
                <a:spcPct val="90000"/>
              </a:lnSpc>
              <a:spcBef>
                <a:spcPts val="400"/>
              </a:spcBef>
              <a:spcAft>
                <a:spcPts val="0"/>
              </a:spcAft>
              <a:buClr>
                <a:srgbClr val="FF0000"/>
              </a:buClr>
              <a:buSzPts val="3000"/>
              <a:buChar char="•"/>
            </a:pPr>
            <a:r>
              <a:rPr lang="en-US" sz="2000"/>
              <a:t>If we have 3 propositions, p; q; r, i.e. we need 2</a:t>
            </a:r>
            <a:r>
              <a:rPr lang="en-US" sz="2000" baseline="30000"/>
              <a:t>3</a:t>
            </a:r>
            <a:r>
              <a:rPr lang="en-US" sz="2000"/>
              <a:t> = 8 rows.</a:t>
            </a:r>
            <a:endParaRPr/>
          </a:p>
          <a:p>
            <a:pPr marL="342900" lvl="0" indent="-342900" algn="l" rtl="0">
              <a:lnSpc>
                <a:spcPct val="90000"/>
              </a:lnSpc>
              <a:spcBef>
                <a:spcPts val="400"/>
              </a:spcBef>
              <a:spcAft>
                <a:spcPts val="0"/>
              </a:spcAft>
              <a:buClr>
                <a:srgbClr val="FF0000"/>
              </a:buClr>
              <a:buSzPts val="3000"/>
              <a:buChar char="•"/>
            </a:pPr>
            <a:r>
              <a:rPr lang="en-US" sz="2000"/>
              <a:t>Next, construct a column for each connective, the most deeply nested first.</a:t>
            </a:r>
            <a:endParaRPr/>
          </a:p>
          <a:p>
            <a:pPr marL="342900" lvl="0" indent="-342900" algn="l" rtl="0">
              <a:lnSpc>
                <a:spcPct val="90000"/>
              </a:lnSpc>
              <a:spcBef>
                <a:spcPts val="400"/>
              </a:spcBef>
              <a:spcAft>
                <a:spcPts val="0"/>
              </a:spcAft>
              <a:buClr>
                <a:srgbClr val="FF0000"/>
              </a:buClr>
              <a:buSzPts val="3000"/>
              <a:buChar char="•"/>
            </a:pPr>
            <a:r>
              <a:rPr lang="en-US" sz="2000"/>
              <a:t>Evaluate each column using values for propositions or previous columns.</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Shape 486"/>
        <p:cNvGrpSpPr/>
        <p:nvPr/>
      </p:nvGrpSpPr>
      <p:grpSpPr>
        <a:xfrm>
          <a:off x="0" y="0"/>
          <a:ext cx="0" cy="0"/>
          <a:chOff x="0" y="0"/>
          <a:chExt cx="0" cy="0"/>
        </a:xfrm>
      </p:grpSpPr>
      <p:sp>
        <p:nvSpPr>
          <p:cNvPr id="487" name="Google Shape;487;p49"/>
          <p:cNvSpPr txBox="1">
            <a:spLocks noGrp="1"/>
          </p:cNvSpPr>
          <p:nvPr>
            <p:ph type="title"/>
          </p:nvPr>
        </p:nvSpPr>
        <p:spPr>
          <a:xfrm>
            <a:off x="914400" y="277813"/>
            <a:ext cx="77724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solidFill>
                  <a:schemeClr val="dk1"/>
                </a:solidFill>
              </a:rPr>
              <a:t>Quiz</a:t>
            </a:r>
            <a:endParaRPr/>
          </a:p>
        </p:txBody>
      </p:sp>
      <p:sp>
        <p:nvSpPr>
          <p:cNvPr id="488" name="Google Shape;488;p49"/>
          <p:cNvSpPr txBox="1">
            <a:spLocks noGrp="1"/>
          </p:cNvSpPr>
          <p:nvPr>
            <p:ph type="body" idx="1"/>
          </p:nvPr>
        </p:nvSpPr>
        <p:spPr>
          <a:xfrm>
            <a:off x="914400" y="1295400"/>
            <a:ext cx="3886200" cy="3429000"/>
          </a:xfrm>
          <a:prstGeom prst="rect">
            <a:avLst/>
          </a:prstGeom>
          <a:noFill/>
          <a:ln>
            <a:noFill/>
          </a:ln>
        </p:spPr>
        <p:txBody>
          <a:bodyPr spcFirstLastPara="1" wrap="square" lIns="91425" tIns="45700" rIns="91425" bIns="45700" anchor="t" anchorCtr="0">
            <a:normAutofit/>
          </a:bodyPr>
          <a:lstStyle/>
          <a:p>
            <a:pPr marL="0" lvl="0" indent="0" algn="l" rtl="0">
              <a:lnSpc>
                <a:spcPct val="100000"/>
              </a:lnSpc>
              <a:spcBef>
                <a:spcPts val="0"/>
              </a:spcBef>
              <a:spcAft>
                <a:spcPts val="0"/>
              </a:spcAft>
              <a:buClr>
                <a:schemeClr val="dk1"/>
              </a:buClr>
              <a:buSzPts val="2000"/>
              <a:buFont typeface="Noto Sans Symbols"/>
              <a:buNone/>
            </a:pPr>
            <a:endParaRPr sz="2000"/>
          </a:p>
          <a:p>
            <a:pPr marL="0" lvl="0" indent="0" algn="l" rtl="0">
              <a:lnSpc>
                <a:spcPct val="100000"/>
              </a:lnSpc>
              <a:spcBef>
                <a:spcPts val="400"/>
              </a:spcBef>
              <a:spcAft>
                <a:spcPts val="0"/>
              </a:spcAft>
              <a:buClr>
                <a:schemeClr val="dk1"/>
              </a:buClr>
              <a:buSzPts val="2000"/>
              <a:buFont typeface="Noto Sans Symbols"/>
              <a:buNone/>
            </a:pPr>
            <a:r>
              <a:rPr lang="en-US" sz="2000" i="1">
                <a:latin typeface="Times New Roman"/>
                <a:ea typeface="Times New Roman"/>
                <a:cs typeface="Times New Roman"/>
                <a:sym typeface="Times New Roman"/>
              </a:rPr>
              <a:t>p..</a:t>
            </a:r>
            <a:r>
              <a:rPr lang="en-US" sz="2000"/>
              <a:t> (my breakfast is) eggs.</a:t>
            </a:r>
            <a:endParaRPr/>
          </a:p>
          <a:p>
            <a:pPr marL="0" lvl="0" indent="0" algn="l" rtl="0">
              <a:lnSpc>
                <a:spcPct val="100000"/>
              </a:lnSpc>
              <a:spcBef>
                <a:spcPts val="400"/>
              </a:spcBef>
              <a:spcAft>
                <a:spcPts val="0"/>
              </a:spcAft>
              <a:buClr>
                <a:schemeClr val="dk1"/>
              </a:buClr>
              <a:buSzPts val="2000"/>
              <a:buFont typeface="Noto Sans Symbols"/>
              <a:buNone/>
            </a:pPr>
            <a:r>
              <a:rPr lang="en-US" sz="2000" i="1">
                <a:latin typeface="Times New Roman"/>
                <a:ea typeface="Times New Roman"/>
                <a:cs typeface="Times New Roman"/>
                <a:sym typeface="Times New Roman"/>
              </a:rPr>
              <a:t>q..</a:t>
            </a:r>
            <a:r>
              <a:rPr lang="en-US" sz="2000"/>
              <a:t> (my breakfast is) cereal.</a:t>
            </a:r>
            <a:endParaRPr/>
          </a:p>
          <a:p>
            <a:pPr marL="0" lvl="0" indent="0" algn="l" rtl="0">
              <a:lnSpc>
                <a:spcPct val="100000"/>
              </a:lnSpc>
              <a:spcBef>
                <a:spcPts val="400"/>
              </a:spcBef>
              <a:spcAft>
                <a:spcPts val="0"/>
              </a:spcAft>
              <a:buClr>
                <a:schemeClr val="dk1"/>
              </a:buClr>
              <a:buSzPts val="2000"/>
              <a:buFont typeface="Noto Sans Symbols"/>
              <a:buNone/>
            </a:pPr>
            <a:r>
              <a:rPr lang="en-US" sz="2000" i="1">
                <a:latin typeface="Times New Roman"/>
                <a:ea typeface="Times New Roman"/>
                <a:cs typeface="Times New Roman"/>
                <a:sym typeface="Times New Roman"/>
              </a:rPr>
              <a:t>r..</a:t>
            </a:r>
            <a:r>
              <a:rPr lang="en-US" sz="2000"/>
              <a:t> (my breakfast is) toast.</a:t>
            </a:r>
            <a:endParaRPr/>
          </a:p>
          <a:p>
            <a:pPr marL="0" lvl="0" indent="0" algn="l" rtl="0">
              <a:lnSpc>
                <a:spcPct val="100000"/>
              </a:lnSpc>
              <a:spcBef>
                <a:spcPts val="400"/>
              </a:spcBef>
              <a:spcAft>
                <a:spcPts val="0"/>
              </a:spcAft>
              <a:buClr>
                <a:schemeClr val="dk1"/>
              </a:buClr>
              <a:buSzPts val="2000"/>
              <a:buFont typeface="Noto Sans Symbols"/>
              <a:buNone/>
            </a:pPr>
            <a:endParaRPr sz="2000"/>
          </a:p>
          <a:p>
            <a:pPr marL="0" lvl="0" indent="0" algn="l" rtl="0">
              <a:lnSpc>
                <a:spcPct val="100000"/>
              </a:lnSpc>
              <a:spcBef>
                <a:spcPts val="400"/>
              </a:spcBef>
              <a:spcAft>
                <a:spcPts val="0"/>
              </a:spcAft>
              <a:buClr>
                <a:schemeClr val="dk1"/>
              </a:buClr>
              <a:buSzPts val="2000"/>
              <a:buChar char="•"/>
            </a:pPr>
            <a:r>
              <a:rPr lang="en-US" sz="2000"/>
              <a:t>The statement ‘my breakfast is either eggs or cereal, and toast’ may be written in symbolic form as ???</a:t>
            </a:r>
            <a:endParaRPr/>
          </a:p>
        </p:txBody>
      </p:sp>
      <p:pic>
        <p:nvPicPr>
          <p:cNvPr id="489" name="Google Shape;489;p49"/>
          <p:cNvPicPr preferRelativeResize="0">
            <a:picLocks noGrp="1"/>
          </p:cNvPicPr>
          <p:nvPr>
            <p:ph type="body" idx="2"/>
          </p:nvPr>
        </p:nvPicPr>
        <p:blipFill rotWithShape="1">
          <a:blip r:embed="rId3">
            <a:alphaModFix/>
          </a:blip>
          <a:srcRect/>
          <a:stretch/>
        </p:blipFill>
        <p:spPr>
          <a:xfrm>
            <a:off x="6262688" y="2555875"/>
            <a:ext cx="1036637" cy="274638"/>
          </a:xfrm>
          <a:prstGeom prst="rect">
            <a:avLst/>
          </a:prstGeom>
          <a:noFill/>
          <a:ln>
            <a:noFill/>
          </a:ln>
        </p:spPr>
      </p:pic>
      <p:pic>
        <p:nvPicPr>
          <p:cNvPr id="490" name="Google Shape;490;p49"/>
          <p:cNvPicPr preferRelativeResize="0">
            <a:picLocks noGrp="1"/>
          </p:cNvPicPr>
          <p:nvPr>
            <p:ph type="body" idx="4294967295"/>
          </p:nvPr>
        </p:nvPicPr>
        <p:blipFill rotWithShape="1">
          <a:blip r:embed="rId4">
            <a:alphaModFix/>
          </a:blip>
          <a:srcRect/>
          <a:stretch/>
        </p:blipFill>
        <p:spPr>
          <a:xfrm>
            <a:off x="4886325" y="1600200"/>
            <a:ext cx="4181475" cy="4572000"/>
          </a:xfrm>
          <a:prstGeom prst="rect">
            <a:avLst/>
          </a:prstGeom>
          <a:noFill/>
          <a:ln>
            <a:noFill/>
          </a:ln>
        </p:spPr>
      </p:pic>
      <p:sp>
        <p:nvSpPr>
          <p:cNvPr id="491" name="Google Shape;491;p49"/>
          <p:cNvSpPr/>
          <p:nvPr/>
        </p:nvSpPr>
        <p:spPr>
          <a:xfrm>
            <a:off x="762000" y="5105400"/>
            <a:ext cx="4191000" cy="685800"/>
          </a:xfrm>
          <a:prstGeom prst="wedgeEllipseCallout">
            <a:avLst>
              <a:gd name="adj1" fmla="val -40343"/>
              <a:gd name="adj2" fmla="val 78935"/>
            </a:avLst>
          </a:prstGeom>
          <a:noFill/>
          <a:ln w="9525" cap="flat" cmpd="sng">
            <a:solidFill>
              <a:schemeClr val="dk1"/>
            </a:solidFill>
            <a:prstDash val="solid"/>
            <a:miter lim="800000"/>
            <a:headEnd type="none" w="sm" len="sm"/>
            <a:tailEnd type="none" w="sm" len="sm"/>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FF0000"/>
              </a:buClr>
              <a:buSzPts val="1800"/>
              <a:buFont typeface="Noto Sans Symbols"/>
              <a:buNone/>
            </a:pPr>
            <a:r>
              <a:rPr lang="en-US" sz="1800" b="0" i="0" u="none" strike="noStrike" cap="none">
                <a:solidFill>
                  <a:srgbClr val="FF0000"/>
                </a:solidFill>
                <a:latin typeface="Arial"/>
                <a:ea typeface="Arial"/>
                <a:cs typeface="Arial"/>
                <a:sym typeface="Arial"/>
              </a:rPr>
              <a:t>WHAT DOES THE TABLE TELL U?</a:t>
            </a:r>
            <a:endParaRPr sz="1400" b="0" i="0" u="none" strike="noStrike" cap="none">
              <a:solidFill>
                <a:srgbClr val="000000"/>
              </a:solidFill>
              <a:latin typeface="Arial"/>
              <a:ea typeface="Arial"/>
              <a:cs typeface="Arial"/>
              <a:sym typeface="Arial"/>
            </a:endParaRPr>
          </a:p>
        </p:txBody>
      </p:sp>
      <p:pic>
        <p:nvPicPr>
          <p:cNvPr id="492" name="Google Shape;492;p49" descr="j0299125"/>
          <p:cNvPicPr preferRelativeResize="0">
            <a:picLocks noGrp="1"/>
          </p:cNvPicPr>
          <p:nvPr>
            <p:ph type="body" idx="3"/>
          </p:nvPr>
        </p:nvPicPr>
        <p:blipFill rotWithShape="1">
          <a:blip r:embed="rId5">
            <a:alphaModFix/>
          </a:blip>
          <a:srcRect/>
          <a:stretch/>
        </p:blipFill>
        <p:spPr>
          <a:xfrm>
            <a:off x="76200" y="4876800"/>
            <a:ext cx="1100138" cy="1804988"/>
          </a:xfrm>
          <a:prstGeom prst="rect">
            <a:avLst/>
          </a:prstGeom>
          <a:noFill/>
          <a:ln>
            <a:noFill/>
          </a:ln>
        </p:spPr>
      </p:pic>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Shape 496"/>
        <p:cNvGrpSpPr/>
        <p:nvPr/>
      </p:nvGrpSpPr>
      <p:grpSpPr>
        <a:xfrm>
          <a:off x="0" y="0"/>
          <a:ext cx="0" cy="0"/>
          <a:chOff x="0" y="0"/>
          <a:chExt cx="0" cy="0"/>
        </a:xfrm>
      </p:grpSpPr>
      <p:sp>
        <p:nvSpPr>
          <p:cNvPr id="497" name="Google Shape;497;p5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a:t>Quiz</a:t>
            </a:r>
            <a:endParaRPr/>
          </a:p>
        </p:txBody>
      </p:sp>
      <p:sp>
        <p:nvSpPr>
          <p:cNvPr id="498" name="Google Shape;498;p50"/>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100000"/>
              </a:lnSpc>
              <a:spcBef>
                <a:spcPts val="0"/>
              </a:spcBef>
              <a:spcAft>
                <a:spcPts val="0"/>
              </a:spcAft>
              <a:buClr>
                <a:schemeClr val="dk1"/>
              </a:buClr>
              <a:buSzPts val="3200"/>
              <a:buChar char="•"/>
            </a:pPr>
            <a:r>
              <a:rPr lang="en-US" dirty="0"/>
              <a:t>Write this sentence in logic</a:t>
            </a:r>
            <a:endParaRPr dirty="0"/>
          </a:p>
          <a:p>
            <a:pPr marL="742950" lvl="1" indent="-285750" algn="l" rtl="0">
              <a:lnSpc>
                <a:spcPct val="100000"/>
              </a:lnSpc>
              <a:spcBef>
                <a:spcPts val="560"/>
              </a:spcBef>
              <a:spcAft>
                <a:spcPts val="0"/>
              </a:spcAft>
              <a:buClr>
                <a:schemeClr val="dk1"/>
              </a:buClr>
              <a:buSzPts val="2800"/>
              <a:buChar char="–"/>
            </a:pPr>
            <a:r>
              <a:rPr lang="en-US" dirty="0"/>
              <a:t>my breakfast is either eggs or cereal, and toast</a:t>
            </a:r>
            <a:endParaRPr dirty="0"/>
          </a:p>
          <a:p>
            <a:pPr marL="342900" lvl="0" indent="-342900" algn="l" rtl="0">
              <a:lnSpc>
                <a:spcPct val="100000"/>
              </a:lnSpc>
              <a:spcBef>
                <a:spcPts val="640"/>
              </a:spcBef>
              <a:spcAft>
                <a:spcPts val="0"/>
              </a:spcAft>
              <a:buClr>
                <a:schemeClr val="dk1"/>
              </a:buClr>
              <a:buSzPts val="3200"/>
              <a:buChar char="•"/>
            </a:pPr>
            <a:r>
              <a:rPr lang="en-US" dirty="0"/>
              <a:t>I want pizza A, maybe pizza B, but I also want pizza C. Which pizza combinations will make me happy?</a:t>
            </a:r>
            <a:endParaRPr dirty="0"/>
          </a:p>
          <a:p>
            <a:pPr marL="342900" lvl="0" indent="-342900" algn="l" rtl="0">
              <a:lnSpc>
                <a:spcPct val="100000"/>
              </a:lnSpc>
              <a:spcBef>
                <a:spcPts val="640"/>
              </a:spcBef>
              <a:spcAft>
                <a:spcPts val="0"/>
              </a:spcAft>
              <a:buClr>
                <a:schemeClr val="dk1"/>
              </a:buClr>
              <a:buSzPts val="3200"/>
              <a:buChar char="•"/>
            </a:pPr>
            <a:r>
              <a:rPr lang="en-US" dirty="0"/>
              <a:t>Write a human sentence for this logic (p is eggs, q is cereal and r is toast)</a:t>
            </a:r>
            <a:endParaRPr dirty="0"/>
          </a:p>
          <a:p>
            <a:pPr marL="742950" lvl="1" indent="-285750" algn="l" rtl="0">
              <a:lnSpc>
                <a:spcPct val="100000"/>
              </a:lnSpc>
              <a:spcBef>
                <a:spcPts val="560"/>
              </a:spcBef>
              <a:spcAft>
                <a:spcPts val="0"/>
              </a:spcAft>
              <a:buClr>
                <a:schemeClr val="dk1"/>
              </a:buClr>
              <a:buSzPts val="2800"/>
              <a:buChar char="–"/>
            </a:pPr>
            <a:r>
              <a:rPr lang="en-US" dirty="0"/>
              <a:t>(p AND q) OR r</a:t>
            </a:r>
            <a:endParaRPr dirty="0"/>
          </a:p>
          <a:p>
            <a:pPr marL="742950" lvl="1" indent="-285750" algn="l" rtl="0">
              <a:lnSpc>
                <a:spcPct val="100000"/>
              </a:lnSpc>
              <a:spcBef>
                <a:spcPts val="560"/>
              </a:spcBef>
              <a:spcAft>
                <a:spcPts val="0"/>
              </a:spcAft>
              <a:buClr>
                <a:schemeClr val="dk1"/>
              </a:buClr>
              <a:buSzPts val="2800"/>
              <a:buChar char="–"/>
            </a:pPr>
            <a:r>
              <a:rPr lang="en-US" dirty="0"/>
              <a:t>(NOT p) OR q</a:t>
            </a:r>
            <a:endParaRPr dirty="0"/>
          </a:p>
          <a:p>
            <a:pPr marL="342900" lvl="0" indent="-139700" algn="l" rtl="0">
              <a:lnSpc>
                <a:spcPct val="100000"/>
              </a:lnSpc>
              <a:spcBef>
                <a:spcPts val="640"/>
              </a:spcBef>
              <a:spcAft>
                <a:spcPts val="0"/>
              </a:spcAft>
              <a:buClr>
                <a:schemeClr val="dk1"/>
              </a:buClr>
              <a:buSzPts val="3200"/>
              <a:buNone/>
            </a:pPr>
            <a:endParaRPr dirty="0"/>
          </a:p>
        </p:txBody>
      </p:sp>
      <p:sp>
        <p:nvSpPr>
          <p:cNvPr id="499" name="Google Shape;499;p5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2019</a:t>
            </a:r>
            <a:endParaRPr/>
          </a:p>
        </p:txBody>
      </p:sp>
      <p:sp>
        <p:nvSpPr>
          <p:cNvPr id="500" name="Google Shape;500;p50"/>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MECQ1203: Artificial Intelligence</a:t>
            </a:r>
            <a:endParaRPr/>
          </a:p>
        </p:txBody>
      </p:sp>
      <p:sp>
        <p:nvSpPr>
          <p:cNvPr id="501" name="Google Shape;501;p5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100"/>
              <a:buNone/>
            </a:pPr>
            <a:fld id="{00000000-1234-1234-1234-123412341234}" type="slidenum">
              <a:rPr lang="en-US"/>
              <a:t>50</a:t>
            </a:fld>
            <a:endParaRP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Shape 505"/>
        <p:cNvGrpSpPr/>
        <p:nvPr/>
      </p:nvGrpSpPr>
      <p:grpSpPr>
        <a:xfrm>
          <a:off x="0" y="0"/>
          <a:ext cx="0" cy="0"/>
          <a:chOff x="0" y="0"/>
          <a:chExt cx="0" cy="0"/>
        </a:xfrm>
      </p:grpSpPr>
      <p:sp>
        <p:nvSpPr>
          <p:cNvPr id="506" name="Google Shape;506;p5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solidFill>
                  <a:schemeClr val="dk1"/>
                </a:solidFill>
              </a:rPr>
              <a:t>... So</a:t>
            </a:r>
            <a:endParaRPr>
              <a:solidFill>
                <a:schemeClr val="dk1"/>
              </a:solidFill>
            </a:endParaRPr>
          </a:p>
        </p:txBody>
      </p:sp>
      <p:sp>
        <p:nvSpPr>
          <p:cNvPr id="507" name="Google Shape;507;p5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Font typeface="Noto Sans Symbols"/>
              <a:buNone/>
            </a:pPr>
            <a:r>
              <a:rPr lang="en-US"/>
              <a:t>	The truth table gives results for all possible interpretations of </a:t>
            </a:r>
            <a:r>
              <a:rPr lang="en-US" i="1">
                <a:latin typeface="Times New Roman"/>
                <a:ea typeface="Times New Roman"/>
                <a:cs typeface="Times New Roman"/>
                <a:sym typeface="Times New Roman"/>
              </a:rPr>
              <a:t>p</a:t>
            </a:r>
            <a:r>
              <a:rPr lang="en-US"/>
              <a:t>, </a:t>
            </a:r>
            <a:r>
              <a:rPr lang="en-US" i="1">
                <a:latin typeface="Times New Roman"/>
                <a:ea typeface="Times New Roman"/>
                <a:cs typeface="Times New Roman"/>
                <a:sym typeface="Times New Roman"/>
              </a:rPr>
              <a:t>q</a:t>
            </a:r>
            <a:r>
              <a:rPr lang="en-US"/>
              <a:t> and </a:t>
            </a:r>
            <a:r>
              <a:rPr lang="en-US" i="1">
                <a:latin typeface="Times New Roman"/>
                <a:ea typeface="Times New Roman"/>
                <a:cs typeface="Times New Roman"/>
                <a:sym typeface="Times New Roman"/>
              </a:rPr>
              <a:t>r</a:t>
            </a:r>
            <a:r>
              <a:rPr lang="en-US"/>
              <a:t>. The compound proposition is true if</a:t>
            </a:r>
            <a:endParaRPr/>
          </a:p>
          <a:p>
            <a:pPr marL="342900" lvl="0" indent="-342900" algn="l" rtl="0">
              <a:lnSpc>
                <a:spcPct val="100000"/>
              </a:lnSpc>
              <a:spcBef>
                <a:spcPts val="640"/>
              </a:spcBef>
              <a:spcAft>
                <a:spcPts val="0"/>
              </a:spcAft>
              <a:buClr>
                <a:srgbClr val="FF0000"/>
              </a:buClr>
              <a:buSzPts val="4800"/>
              <a:buChar char="•"/>
            </a:pPr>
            <a:r>
              <a:rPr lang="en-US"/>
              <a:t>I eat cereal, eggs and toast; or</a:t>
            </a:r>
            <a:endParaRPr/>
          </a:p>
          <a:p>
            <a:pPr marL="342900" lvl="0" indent="-342900" algn="l" rtl="0">
              <a:lnSpc>
                <a:spcPct val="100000"/>
              </a:lnSpc>
              <a:spcBef>
                <a:spcPts val="640"/>
              </a:spcBef>
              <a:spcAft>
                <a:spcPts val="0"/>
              </a:spcAft>
              <a:buClr>
                <a:srgbClr val="FF0000"/>
              </a:buClr>
              <a:buSzPts val="4800"/>
              <a:buChar char="•"/>
            </a:pPr>
            <a:r>
              <a:rPr lang="en-US"/>
              <a:t>I eat cereal and toast; or</a:t>
            </a:r>
            <a:endParaRPr/>
          </a:p>
          <a:p>
            <a:pPr marL="342900" lvl="0" indent="-342900" algn="l" rtl="0">
              <a:lnSpc>
                <a:spcPct val="100000"/>
              </a:lnSpc>
              <a:spcBef>
                <a:spcPts val="640"/>
              </a:spcBef>
              <a:spcAft>
                <a:spcPts val="0"/>
              </a:spcAft>
              <a:buClr>
                <a:srgbClr val="FF0000"/>
              </a:buClr>
              <a:buSzPts val="4800"/>
              <a:buChar char="•"/>
            </a:pPr>
            <a:r>
              <a:rPr lang="en-US"/>
              <a:t>I eat eggs and toast.</a:t>
            </a:r>
            <a:endParaRPr/>
          </a:p>
          <a:p>
            <a:pPr marL="342900" lvl="0" indent="-38100" algn="l" rtl="0">
              <a:lnSpc>
                <a:spcPct val="100000"/>
              </a:lnSpc>
              <a:spcBef>
                <a:spcPts val="640"/>
              </a:spcBef>
              <a:spcAft>
                <a:spcPts val="0"/>
              </a:spcAft>
              <a:buClr>
                <a:srgbClr val="FF0000"/>
              </a:buClr>
              <a:buSzPts val="4800"/>
              <a:buNone/>
            </a:pPr>
            <a:endParaRPr/>
          </a:p>
          <a:p>
            <a:pPr marL="342900" lvl="0" indent="-342900" algn="l" rtl="0">
              <a:lnSpc>
                <a:spcPct val="100000"/>
              </a:lnSpc>
              <a:spcBef>
                <a:spcPts val="640"/>
              </a:spcBef>
              <a:spcAft>
                <a:spcPts val="0"/>
              </a:spcAft>
              <a:buClr>
                <a:srgbClr val="FF0000"/>
              </a:buClr>
              <a:buSzPts val="4800"/>
              <a:buFont typeface="Noto Sans Symbols"/>
              <a:buNone/>
            </a:pPr>
            <a:r>
              <a:rPr lang="en-US" i="1"/>
              <a:t>Interpretation - A line in the truth table.</a:t>
            </a:r>
            <a:endParaRPr/>
          </a:p>
        </p:txBody>
      </p:sp>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Shape 511"/>
        <p:cNvGrpSpPr/>
        <p:nvPr/>
      </p:nvGrpSpPr>
      <p:grpSpPr>
        <a:xfrm>
          <a:off x="0" y="0"/>
          <a:ext cx="0" cy="0"/>
          <a:chOff x="0" y="0"/>
          <a:chExt cx="0" cy="0"/>
        </a:xfrm>
      </p:grpSpPr>
      <p:sp>
        <p:nvSpPr>
          <p:cNvPr id="512" name="Google Shape;512;p52"/>
          <p:cNvSpPr txBox="1">
            <a:spLocks noGrp="1"/>
          </p:cNvSpPr>
          <p:nvPr>
            <p:ph type="title"/>
          </p:nvPr>
        </p:nvSpPr>
        <p:spPr>
          <a:xfrm>
            <a:off x="914400" y="277813"/>
            <a:ext cx="77724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800"/>
              <a:buFont typeface="Calibri"/>
              <a:buNone/>
            </a:pPr>
            <a:r>
              <a:rPr lang="en-US" sz="3800" b="1">
                <a:solidFill>
                  <a:schemeClr val="dk1"/>
                </a:solidFill>
              </a:rPr>
              <a:t>Try this..</a:t>
            </a:r>
            <a:endParaRPr sz="3800">
              <a:solidFill>
                <a:schemeClr val="dk1"/>
              </a:solidFill>
            </a:endParaRPr>
          </a:p>
        </p:txBody>
      </p:sp>
      <p:sp>
        <p:nvSpPr>
          <p:cNvPr id="513" name="Google Shape;513;p52"/>
          <p:cNvSpPr txBox="1">
            <a:spLocks noGrp="1"/>
          </p:cNvSpPr>
          <p:nvPr>
            <p:ph type="body" idx="1"/>
          </p:nvPr>
        </p:nvSpPr>
        <p:spPr>
          <a:xfrm>
            <a:off x="914400" y="1676400"/>
            <a:ext cx="7772400" cy="48006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rgbClr val="FF0000"/>
              </a:buClr>
              <a:buSzPts val="3600"/>
              <a:buChar char="•"/>
            </a:pPr>
            <a:r>
              <a:rPr lang="en-US" sz="2400" dirty="0"/>
              <a:t>Complete the truth table for </a:t>
            </a:r>
            <a:endParaRPr dirty="0"/>
          </a:p>
          <a:p>
            <a:pPr marL="342900" lvl="0" indent="-114300" algn="l" rtl="0">
              <a:lnSpc>
                <a:spcPct val="100000"/>
              </a:lnSpc>
              <a:spcBef>
                <a:spcPts val="480"/>
              </a:spcBef>
              <a:spcAft>
                <a:spcPts val="0"/>
              </a:spcAft>
              <a:buClr>
                <a:srgbClr val="FF0000"/>
              </a:buClr>
              <a:buSzPts val="3600"/>
              <a:buNone/>
            </a:pPr>
            <a:endParaRPr sz="2400" dirty="0"/>
          </a:p>
          <a:p>
            <a:pPr marL="342900" lvl="0" indent="-114300" algn="l" rtl="0">
              <a:lnSpc>
                <a:spcPct val="100000"/>
              </a:lnSpc>
              <a:spcBef>
                <a:spcPts val="480"/>
              </a:spcBef>
              <a:spcAft>
                <a:spcPts val="0"/>
              </a:spcAft>
              <a:buClr>
                <a:srgbClr val="FF0000"/>
              </a:buClr>
              <a:buSzPts val="3600"/>
              <a:buNone/>
            </a:pPr>
            <a:endParaRPr sz="2400" dirty="0"/>
          </a:p>
          <a:p>
            <a:pPr marL="342900" lvl="0" indent="-114300" algn="l" rtl="0">
              <a:lnSpc>
                <a:spcPct val="100000"/>
              </a:lnSpc>
              <a:spcBef>
                <a:spcPts val="480"/>
              </a:spcBef>
              <a:spcAft>
                <a:spcPts val="0"/>
              </a:spcAft>
              <a:buClr>
                <a:srgbClr val="FF0000"/>
              </a:buClr>
              <a:buSzPts val="3600"/>
              <a:buNone/>
            </a:pPr>
            <a:endParaRPr sz="2400" dirty="0"/>
          </a:p>
          <a:p>
            <a:pPr marL="342900" lvl="0" indent="-114300" algn="l" rtl="0">
              <a:lnSpc>
                <a:spcPct val="100000"/>
              </a:lnSpc>
              <a:spcBef>
                <a:spcPts val="480"/>
              </a:spcBef>
              <a:spcAft>
                <a:spcPts val="0"/>
              </a:spcAft>
              <a:buClr>
                <a:srgbClr val="FF0000"/>
              </a:buClr>
              <a:buSzPts val="3600"/>
              <a:buNone/>
            </a:pPr>
            <a:endParaRPr sz="2400" dirty="0"/>
          </a:p>
          <a:p>
            <a:pPr marL="342900" lvl="0" indent="-114300" algn="l" rtl="0">
              <a:lnSpc>
                <a:spcPct val="100000"/>
              </a:lnSpc>
              <a:spcBef>
                <a:spcPts val="480"/>
              </a:spcBef>
              <a:spcAft>
                <a:spcPts val="0"/>
              </a:spcAft>
              <a:buClr>
                <a:srgbClr val="FF0000"/>
              </a:buClr>
              <a:buSzPts val="3600"/>
              <a:buNone/>
            </a:pPr>
            <a:endParaRPr sz="2400" dirty="0"/>
          </a:p>
          <a:p>
            <a:pPr marL="342900" lvl="0" indent="-342900" algn="l" rtl="0">
              <a:lnSpc>
                <a:spcPct val="100000"/>
              </a:lnSpc>
              <a:spcBef>
                <a:spcPts val="480"/>
              </a:spcBef>
              <a:spcAft>
                <a:spcPts val="0"/>
              </a:spcAft>
              <a:buClr>
                <a:srgbClr val="FF0000"/>
              </a:buClr>
              <a:buSzPts val="3600"/>
              <a:buChar char="•"/>
            </a:pPr>
            <a:r>
              <a:rPr lang="en-US" sz="2400" dirty="0"/>
              <a:t>Show that the formula                     is satisfiable</a:t>
            </a:r>
            <a:endParaRPr sz="2400" dirty="0"/>
          </a:p>
          <a:p>
            <a:pPr marL="342900" lvl="0" indent="-342900" algn="l" rtl="0">
              <a:lnSpc>
                <a:spcPct val="100000"/>
              </a:lnSpc>
              <a:spcBef>
                <a:spcPts val="480"/>
              </a:spcBef>
              <a:spcAft>
                <a:spcPts val="0"/>
              </a:spcAft>
              <a:buClr>
                <a:srgbClr val="FF0000"/>
              </a:buClr>
              <a:buSzPts val="3600"/>
              <a:buChar char="•"/>
            </a:pPr>
            <a:r>
              <a:rPr lang="en-US" sz="2400" dirty="0"/>
              <a:t>Find an interpretation which satisfies</a:t>
            </a:r>
            <a:endParaRPr dirty="0"/>
          </a:p>
          <a:p>
            <a:pPr marL="342900" lvl="0" indent="-114300" algn="l" rtl="0">
              <a:lnSpc>
                <a:spcPct val="100000"/>
              </a:lnSpc>
              <a:spcBef>
                <a:spcPts val="480"/>
              </a:spcBef>
              <a:spcAft>
                <a:spcPts val="0"/>
              </a:spcAft>
              <a:buClr>
                <a:srgbClr val="FF0000"/>
              </a:buClr>
              <a:buSzPts val="3600"/>
              <a:buNone/>
            </a:pPr>
            <a:endParaRPr sz="2400" dirty="0"/>
          </a:p>
          <a:p>
            <a:pPr marL="342900" lvl="0" indent="-342900" algn="l" rtl="0">
              <a:lnSpc>
                <a:spcPct val="100000"/>
              </a:lnSpc>
              <a:spcBef>
                <a:spcPts val="480"/>
              </a:spcBef>
              <a:spcAft>
                <a:spcPts val="0"/>
              </a:spcAft>
              <a:buClr>
                <a:srgbClr val="FF0000"/>
              </a:buClr>
              <a:buSzPts val="3600"/>
              <a:buChar char="•"/>
            </a:pPr>
            <a:r>
              <a:rPr lang="en-US" sz="2400" dirty="0"/>
              <a:t>Show               is valid.</a:t>
            </a:r>
            <a:endParaRPr dirty="0"/>
          </a:p>
          <a:p>
            <a:pPr marL="342900" lvl="0" indent="-190500" algn="l" rtl="0">
              <a:lnSpc>
                <a:spcPct val="100000"/>
              </a:lnSpc>
              <a:spcBef>
                <a:spcPts val="480"/>
              </a:spcBef>
              <a:spcAft>
                <a:spcPts val="0"/>
              </a:spcAft>
              <a:buClr>
                <a:schemeClr val="dk1"/>
              </a:buClr>
              <a:buSzPts val="2400"/>
              <a:buNone/>
            </a:pPr>
            <a:endParaRPr sz="2400" dirty="0"/>
          </a:p>
        </p:txBody>
      </p:sp>
      <p:pic>
        <p:nvPicPr>
          <p:cNvPr id="514" name="Google Shape;514;p52"/>
          <p:cNvPicPr preferRelativeResize="0">
            <a:picLocks noGrp="1"/>
          </p:cNvPicPr>
          <p:nvPr>
            <p:ph type="body" idx="2"/>
          </p:nvPr>
        </p:nvPicPr>
        <p:blipFill rotWithShape="1">
          <a:blip r:embed="rId3">
            <a:alphaModFix/>
          </a:blip>
          <a:srcRect/>
          <a:stretch/>
        </p:blipFill>
        <p:spPr>
          <a:xfrm>
            <a:off x="5181600" y="1676400"/>
            <a:ext cx="3048000" cy="498475"/>
          </a:xfrm>
          <a:prstGeom prst="rect">
            <a:avLst/>
          </a:prstGeom>
          <a:noFill/>
          <a:ln>
            <a:noFill/>
          </a:ln>
        </p:spPr>
      </p:pic>
      <p:pic>
        <p:nvPicPr>
          <p:cNvPr id="515" name="Google Shape;515;p52"/>
          <p:cNvPicPr preferRelativeResize="0">
            <a:picLocks noGrp="1"/>
          </p:cNvPicPr>
          <p:nvPr>
            <p:ph type="body" idx="3"/>
          </p:nvPr>
        </p:nvPicPr>
        <p:blipFill rotWithShape="1">
          <a:blip r:embed="rId4">
            <a:alphaModFix/>
          </a:blip>
          <a:srcRect/>
          <a:stretch/>
        </p:blipFill>
        <p:spPr>
          <a:xfrm>
            <a:off x="1752600" y="2209800"/>
            <a:ext cx="5614988" cy="2058988"/>
          </a:xfrm>
          <a:prstGeom prst="rect">
            <a:avLst/>
          </a:prstGeom>
          <a:noFill/>
          <a:ln>
            <a:noFill/>
          </a:ln>
        </p:spPr>
      </p:pic>
      <p:pic>
        <p:nvPicPr>
          <p:cNvPr id="516" name="Google Shape;516;p52"/>
          <p:cNvPicPr preferRelativeResize="0"/>
          <p:nvPr/>
        </p:nvPicPr>
        <p:blipFill rotWithShape="1">
          <a:blip r:embed="rId5">
            <a:alphaModFix/>
          </a:blip>
          <a:srcRect/>
          <a:stretch/>
        </p:blipFill>
        <p:spPr>
          <a:xfrm>
            <a:off x="4419600" y="4343400"/>
            <a:ext cx="1374775" cy="436563"/>
          </a:xfrm>
          <a:prstGeom prst="rect">
            <a:avLst/>
          </a:prstGeom>
          <a:noFill/>
          <a:ln>
            <a:noFill/>
          </a:ln>
        </p:spPr>
      </p:pic>
      <p:pic>
        <p:nvPicPr>
          <p:cNvPr id="517" name="Google Shape;517;p52"/>
          <p:cNvPicPr preferRelativeResize="0"/>
          <p:nvPr/>
        </p:nvPicPr>
        <p:blipFill rotWithShape="1">
          <a:blip r:embed="rId6">
            <a:alphaModFix/>
          </a:blip>
          <a:srcRect/>
          <a:stretch/>
        </p:blipFill>
        <p:spPr>
          <a:xfrm>
            <a:off x="1905000" y="5257800"/>
            <a:ext cx="2362200" cy="411163"/>
          </a:xfrm>
          <a:prstGeom prst="rect">
            <a:avLst/>
          </a:prstGeom>
          <a:noFill/>
          <a:ln>
            <a:noFill/>
          </a:ln>
        </p:spPr>
      </p:pic>
      <p:pic>
        <p:nvPicPr>
          <p:cNvPr id="518" name="Google Shape;518;p52"/>
          <p:cNvPicPr preferRelativeResize="0"/>
          <p:nvPr/>
        </p:nvPicPr>
        <p:blipFill rotWithShape="1">
          <a:blip r:embed="rId7">
            <a:alphaModFix/>
          </a:blip>
          <a:srcRect/>
          <a:stretch/>
        </p:blipFill>
        <p:spPr>
          <a:xfrm>
            <a:off x="2286000" y="5715000"/>
            <a:ext cx="814388" cy="312738"/>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Shape 522"/>
        <p:cNvGrpSpPr/>
        <p:nvPr/>
      </p:nvGrpSpPr>
      <p:grpSpPr>
        <a:xfrm>
          <a:off x="0" y="0"/>
          <a:ext cx="0" cy="0"/>
          <a:chOff x="0" y="0"/>
          <a:chExt cx="0" cy="0"/>
        </a:xfrm>
      </p:grpSpPr>
      <p:sp>
        <p:nvSpPr>
          <p:cNvPr id="523" name="Google Shape;523;p53"/>
          <p:cNvSpPr txBox="1">
            <a:spLocks noGrp="1"/>
          </p:cNvSpPr>
          <p:nvPr>
            <p:ph type="ctrTitle"/>
          </p:nvPr>
        </p:nvSpPr>
        <p:spPr>
          <a:xfrm>
            <a:off x="2895600" y="3657600"/>
            <a:ext cx="5562600" cy="936625"/>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sz="5400"/>
              <a:t>2.3 Predicate Logic</a:t>
            </a:r>
            <a:br>
              <a:rPr lang="en-US" sz="5400">
                <a:solidFill>
                  <a:srgbClr val="FF0000"/>
                </a:solidFill>
              </a:rPr>
            </a:br>
            <a:endParaRPr sz="5400" b="1">
              <a:latin typeface="Roboto"/>
              <a:ea typeface="Roboto"/>
              <a:cs typeface="Roboto"/>
              <a:sym typeface="Roboto"/>
            </a:endParaRPr>
          </a:p>
        </p:txBody>
      </p:sp>
      <p:pic>
        <p:nvPicPr>
          <p:cNvPr id="524" name="Google Shape;524;p53" descr="Image result for artificial intelligence icon"/>
          <p:cNvPicPr preferRelativeResize="0"/>
          <p:nvPr/>
        </p:nvPicPr>
        <p:blipFill rotWithShape="1">
          <a:blip r:embed="rId3">
            <a:alphaModFix/>
          </a:blip>
          <a:srcRect l="14092" r="15443" b="29337"/>
          <a:stretch/>
        </p:blipFill>
        <p:spPr>
          <a:xfrm>
            <a:off x="457200" y="2590800"/>
            <a:ext cx="2071412" cy="2566251"/>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Shape 528"/>
        <p:cNvGrpSpPr/>
        <p:nvPr/>
      </p:nvGrpSpPr>
      <p:grpSpPr>
        <a:xfrm>
          <a:off x="0" y="0"/>
          <a:ext cx="0" cy="0"/>
          <a:chOff x="0" y="0"/>
          <a:chExt cx="0" cy="0"/>
        </a:xfrm>
      </p:grpSpPr>
      <p:sp>
        <p:nvSpPr>
          <p:cNvPr id="529" name="Google Shape;529;p5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Predicate Logic</a:t>
            </a:r>
            <a:endParaRPr/>
          </a:p>
        </p:txBody>
      </p:sp>
      <p:sp>
        <p:nvSpPr>
          <p:cNvPr id="530" name="Google Shape;530;p54"/>
          <p:cNvSpPr txBox="1">
            <a:spLocks noGrp="1"/>
          </p:cNvSpPr>
          <p:nvPr>
            <p:ph type="body" idx="1"/>
          </p:nvPr>
        </p:nvSpPr>
        <p:spPr>
          <a:xfrm>
            <a:off x="693057" y="1828800"/>
            <a:ext cx="8001000" cy="4343400"/>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lnSpc>
                <a:spcPct val="100000"/>
              </a:lnSpc>
              <a:spcBef>
                <a:spcPts val="0"/>
              </a:spcBef>
              <a:spcAft>
                <a:spcPts val="0"/>
              </a:spcAft>
              <a:buClr>
                <a:schemeClr val="dk1"/>
              </a:buClr>
              <a:buSzPct val="100000"/>
              <a:buChar char="•"/>
            </a:pPr>
            <a:r>
              <a:rPr lang="en-US"/>
              <a:t>Propositional logic combines atoms</a:t>
            </a:r>
            <a:endParaRPr/>
          </a:p>
          <a:p>
            <a:pPr marL="742950" lvl="1" indent="-285750" algn="l" rtl="0">
              <a:lnSpc>
                <a:spcPct val="100000"/>
              </a:lnSpc>
              <a:spcBef>
                <a:spcPts val="518"/>
              </a:spcBef>
              <a:spcAft>
                <a:spcPts val="0"/>
              </a:spcAft>
              <a:buClr>
                <a:schemeClr val="dk1"/>
              </a:buClr>
              <a:buSzPct val="100000"/>
              <a:buChar char="–"/>
            </a:pPr>
            <a:r>
              <a:rPr lang="en-US"/>
              <a:t>An atom contains no propositional connectives</a:t>
            </a:r>
            <a:endParaRPr/>
          </a:p>
          <a:p>
            <a:pPr marL="742950" lvl="1" indent="-285750" algn="l" rtl="0">
              <a:lnSpc>
                <a:spcPct val="100000"/>
              </a:lnSpc>
              <a:spcBef>
                <a:spcPts val="518"/>
              </a:spcBef>
              <a:spcAft>
                <a:spcPts val="0"/>
              </a:spcAft>
              <a:buClr>
                <a:schemeClr val="dk1"/>
              </a:buClr>
              <a:buSzPct val="100000"/>
              <a:buChar char="–"/>
            </a:pPr>
            <a:r>
              <a:rPr lang="en-US"/>
              <a:t>Have no structure (today_is_wet, john_likes_apples)</a:t>
            </a:r>
            <a:endParaRPr/>
          </a:p>
          <a:p>
            <a:pPr marL="342900" lvl="0" indent="-342900" algn="l" rtl="0">
              <a:lnSpc>
                <a:spcPct val="100000"/>
              </a:lnSpc>
              <a:spcBef>
                <a:spcPts val="592"/>
              </a:spcBef>
              <a:spcAft>
                <a:spcPts val="0"/>
              </a:spcAft>
              <a:buClr>
                <a:schemeClr val="dk1"/>
              </a:buClr>
              <a:buSzPct val="100000"/>
              <a:buChar char="•"/>
            </a:pPr>
            <a:r>
              <a:rPr lang="en-US" b="1"/>
              <a:t>Predicates</a:t>
            </a:r>
            <a:r>
              <a:rPr lang="en-US"/>
              <a:t> allow us to talk about objects</a:t>
            </a:r>
            <a:endParaRPr/>
          </a:p>
          <a:p>
            <a:pPr marL="742950" lvl="1" indent="-285750" algn="l" rtl="0">
              <a:lnSpc>
                <a:spcPct val="100000"/>
              </a:lnSpc>
              <a:spcBef>
                <a:spcPts val="518"/>
              </a:spcBef>
              <a:spcAft>
                <a:spcPts val="0"/>
              </a:spcAft>
              <a:buClr>
                <a:schemeClr val="dk1"/>
              </a:buClr>
              <a:buSzPct val="100000"/>
              <a:buChar char="–"/>
            </a:pPr>
            <a:r>
              <a:rPr lang="en-US"/>
              <a:t>Properties:   is_wet(today)</a:t>
            </a:r>
            <a:endParaRPr/>
          </a:p>
          <a:p>
            <a:pPr marL="742950" lvl="1" indent="-285750" algn="l" rtl="0">
              <a:lnSpc>
                <a:spcPct val="100000"/>
              </a:lnSpc>
              <a:spcBef>
                <a:spcPts val="518"/>
              </a:spcBef>
              <a:spcAft>
                <a:spcPts val="0"/>
              </a:spcAft>
              <a:buClr>
                <a:schemeClr val="dk1"/>
              </a:buClr>
              <a:buSzPct val="100000"/>
              <a:buChar char="–"/>
            </a:pPr>
            <a:r>
              <a:rPr lang="en-US"/>
              <a:t>Relations:    likes(john, apples)</a:t>
            </a:r>
            <a:endParaRPr/>
          </a:p>
          <a:p>
            <a:pPr marL="742950" lvl="1" indent="-285750" algn="l" rtl="0">
              <a:lnSpc>
                <a:spcPct val="100000"/>
              </a:lnSpc>
              <a:spcBef>
                <a:spcPts val="518"/>
              </a:spcBef>
              <a:spcAft>
                <a:spcPts val="0"/>
              </a:spcAft>
              <a:buClr>
                <a:schemeClr val="dk1"/>
              </a:buClr>
              <a:buSzPct val="100000"/>
              <a:buChar char="–"/>
            </a:pPr>
            <a:r>
              <a:rPr lang="en-US"/>
              <a:t>True or false</a:t>
            </a:r>
            <a:endParaRPr/>
          </a:p>
          <a:p>
            <a:pPr marL="342900" lvl="0" indent="-342900" algn="l" rtl="0">
              <a:lnSpc>
                <a:spcPct val="100000"/>
              </a:lnSpc>
              <a:spcBef>
                <a:spcPts val="592"/>
              </a:spcBef>
              <a:spcAft>
                <a:spcPts val="0"/>
              </a:spcAft>
              <a:buClr>
                <a:schemeClr val="dk1"/>
              </a:buClr>
              <a:buSzPct val="100000"/>
              <a:buChar char="•"/>
            </a:pPr>
            <a:r>
              <a:rPr lang="en-US"/>
              <a:t>In predicate logic each atom is a predicate</a:t>
            </a:r>
            <a:endParaRPr/>
          </a:p>
          <a:p>
            <a:pPr marL="742950" lvl="1" indent="-285750" algn="l" rtl="0">
              <a:lnSpc>
                <a:spcPct val="100000"/>
              </a:lnSpc>
              <a:spcBef>
                <a:spcPts val="518"/>
              </a:spcBef>
              <a:spcAft>
                <a:spcPts val="0"/>
              </a:spcAft>
              <a:buClr>
                <a:schemeClr val="dk1"/>
              </a:buClr>
              <a:buSzPct val="100000"/>
              <a:buChar char="–"/>
            </a:pPr>
            <a:r>
              <a:rPr lang="en-US"/>
              <a:t>e.g. first order logic, higher-order logic</a:t>
            </a:r>
            <a:endParaRP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Shape 534"/>
        <p:cNvGrpSpPr/>
        <p:nvPr/>
      </p:nvGrpSpPr>
      <p:grpSpPr>
        <a:xfrm>
          <a:off x="0" y="0"/>
          <a:ext cx="0" cy="0"/>
          <a:chOff x="0" y="0"/>
          <a:chExt cx="0" cy="0"/>
        </a:xfrm>
      </p:grpSpPr>
      <p:sp>
        <p:nvSpPr>
          <p:cNvPr id="535" name="Google Shape;535;p55"/>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2019</a:t>
            </a:r>
            <a:endParaRPr/>
          </a:p>
        </p:txBody>
      </p:sp>
      <p:sp>
        <p:nvSpPr>
          <p:cNvPr id="536" name="Google Shape;536;p55"/>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MECQ1203: Artificial Intelligence</a:t>
            </a:r>
            <a:endParaRPr/>
          </a:p>
        </p:txBody>
      </p:sp>
      <p:sp>
        <p:nvSpPr>
          <p:cNvPr id="537" name="Google Shape;537;p55"/>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100"/>
              <a:buNone/>
            </a:pPr>
            <a:fld id="{00000000-1234-1234-1234-123412341234}" type="slidenum">
              <a:rPr lang="en-US"/>
              <a:t>55</a:t>
            </a:fld>
            <a:endParaRPr/>
          </a:p>
        </p:txBody>
      </p:sp>
      <p:sp>
        <p:nvSpPr>
          <p:cNvPr id="538" name="Google Shape;538;p55"/>
          <p:cNvSpPr/>
          <p:nvPr/>
        </p:nvSpPr>
        <p:spPr>
          <a:xfrm>
            <a:off x="3505200" y="381000"/>
            <a:ext cx="2813591" cy="7694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400"/>
              <a:buFont typeface="Arial"/>
              <a:buNone/>
            </a:pPr>
            <a:r>
              <a:rPr lang="en-US" sz="4400" b="1" i="0" u="none" strike="noStrike" cap="none">
                <a:solidFill>
                  <a:srgbClr val="FF0000"/>
                </a:solidFill>
                <a:latin typeface="Calibri"/>
                <a:ea typeface="Calibri"/>
                <a:cs typeface="Calibri"/>
                <a:sym typeface="Calibri"/>
              </a:rPr>
              <a:t>Activity 2.3</a:t>
            </a:r>
            <a:endParaRPr sz="4400" b="1" i="0" u="none" strike="noStrike" cap="none">
              <a:solidFill>
                <a:srgbClr val="FF0000"/>
              </a:solidFill>
              <a:latin typeface="Calibri"/>
              <a:ea typeface="Calibri"/>
              <a:cs typeface="Calibri"/>
              <a:sym typeface="Calibri"/>
            </a:endParaRPr>
          </a:p>
        </p:txBody>
      </p:sp>
      <p:sp>
        <p:nvSpPr>
          <p:cNvPr id="539" name="Google Shape;539;p55"/>
          <p:cNvSpPr/>
          <p:nvPr/>
        </p:nvSpPr>
        <p:spPr>
          <a:xfrm>
            <a:off x="612386" y="1555075"/>
            <a:ext cx="8303014" cy="1200329"/>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1" i="0" u="none" strike="noStrike" cap="none">
                <a:solidFill>
                  <a:schemeClr val="dk1"/>
                </a:solidFill>
                <a:latin typeface="Calibri"/>
                <a:ea typeface="Calibri"/>
                <a:cs typeface="Calibri"/>
                <a:sym typeface="Calibri"/>
              </a:rPr>
              <a:t>Activity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Calibri"/>
                <a:ea typeface="Calibri"/>
                <a:cs typeface="Calibri"/>
                <a:sym typeface="Calibri"/>
              </a:rPr>
              <a:t>Form a group of two members. Discuss the right logic operation that is suitable for Venn diagram below.</a:t>
            </a:r>
            <a:endParaRPr sz="1400" b="0" i="0" u="none" strike="noStrike" cap="none">
              <a:solidFill>
                <a:srgbClr val="000000"/>
              </a:solidFill>
              <a:latin typeface="Arial"/>
              <a:ea typeface="Arial"/>
              <a:cs typeface="Arial"/>
              <a:sym typeface="Arial"/>
            </a:endParaRPr>
          </a:p>
        </p:txBody>
      </p:sp>
      <p:pic>
        <p:nvPicPr>
          <p:cNvPr id="540" name="Google Shape;540;p55"/>
          <p:cNvPicPr preferRelativeResize="0"/>
          <p:nvPr/>
        </p:nvPicPr>
        <p:blipFill rotWithShape="1">
          <a:blip r:embed="rId3">
            <a:alphaModFix/>
          </a:blip>
          <a:srcRect/>
          <a:stretch/>
        </p:blipFill>
        <p:spPr>
          <a:xfrm>
            <a:off x="2982045" y="2987184"/>
            <a:ext cx="3859900" cy="3219484"/>
          </a:xfrm>
          <a:prstGeom prst="rect">
            <a:avLst/>
          </a:prstGeom>
          <a:noFill/>
          <a:ln>
            <a:noFill/>
          </a:ln>
        </p:spPr>
      </p:pic>
      <p:sp>
        <p:nvSpPr>
          <p:cNvPr id="541" name="Google Shape;541;p55"/>
          <p:cNvSpPr/>
          <p:nvPr/>
        </p:nvSpPr>
        <p:spPr>
          <a:xfrm>
            <a:off x="457200" y="3694154"/>
            <a:ext cx="2374368"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C00000"/>
                </a:solidFill>
                <a:latin typeface="Calibri"/>
                <a:ea typeface="Calibri"/>
                <a:cs typeface="Calibri"/>
                <a:sym typeface="Calibri"/>
              </a:rPr>
              <a:t>Operation :  …………..</a:t>
            </a:r>
            <a:endParaRPr sz="1400" b="0" i="0" u="none" strike="noStrike" cap="none">
              <a:solidFill>
                <a:srgbClr val="000000"/>
              </a:solidFill>
              <a:latin typeface="Arial"/>
              <a:ea typeface="Arial"/>
              <a:cs typeface="Arial"/>
              <a:sym typeface="Arial"/>
            </a:endParaRPr>
          </a:p>
        </p:txBody>
      </p:sp>
      <p:sp>
        <p:nvSpPr>
          <p:cNvPr id="542" name="Google Shape;542;p55"/>
          <p:cNvSpPr/>
          <p:nvPr/>
        </p:nvSpPr>
        <p:spPr>
          <a:xfrm>
            <a:off x="482600" y="5296090"/>
            <a:ext cx="2374368"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C00000"/>
                </a:solidFill>
                <a:latin typeface="Calibri"/>
                <a:ea typeface="Calibri"/>
                <a:cs typeface="Calibri"/>
                <a:sym typeface="Calibri"/>
              </a:rPr>
              <a:t>Operation :  …………..</a:t>
            </a:r>
            <a:endParaRPr sz="1400" b="0" i="0" u="none" strike="noStrike" cap="none">
              <a:solidFill>
                <a:srgbClr val="000000"/>
              </a:solidFill>
              <a:latin typeface="Arial"/>
              <a:ea typeface="Arial"/>
              <a:cs typeface="Arial"/>
              <a:sym typeface="Arial"/>
            </a:endParaRPr>
          </a:p>
        </p:txBody>
      </p:sp>
      <p:sp>
        <p:nvSpPr>
          <p:cNvPr id="543" name="Google Shape;543;p55"/>
          <p:cNvSpPr/>
          <p:nvPr/>
        </p:nvSpPr>
        <p:spPr>
          <a:xfrm>
            <a:off x="6830161" y="3657600"/>
            <a:ext cx="2374368"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C00000"/>
                </a:solidFill>
                <a:latin typeface="Calibri"/>
                <a:ea typeface="Calibri"/>
                <a:cs typeface="Calibri"/>
                <a:sym typeface="Calibri"/>
              </a:rPr>
              <a:t>Operation :  …………..</a:t>
            </a:r>
            <a:endParaRPr sz="1400" b="0" i="0" u="none" strike="noStrike" cap="none">
              <a:solidFill>
                <a:srgbClr val="000000"/>
              </a:solidFill>
              <a:latin typeface="Arial"/>
              <a:ea typeface="Arial"/>
              <a:cs typeface="Arial"/>
              <a:sym typeface="Arial"/>
            </a:endParaRPr>
          </a:p>
        </p:txBody>
      </p:sp>
      <p:sp>
        <p:nvSpPr>
          <p:cNvPr id="544" name="Google Shape;544;p55"/>
          <p:cNvSpPr/>
          <p:nvPr/>
        </p:nvSpPr>
        <p:spPr>
          <a:xfrm>
            <a:off x="6830160" y="5395781"/>
            <a:ext cx="2374368" cy="400110"/>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000"/>
              <a:buFont typeface="Arial"/>
              <a:buNone/>
            </a:pPr>
            <a:r>
              <a:rPr lang="en-US" sz="2000" b="1" i="0" u="none" strike="noStrike" cap="none">
                <a:solidFill>
                  <a:srgbClr val="C00000"/>
                </a:solidFill>
                <a:latin typeface="Calibri"/>
                <a:ea typeface="Calibri"/>
                <a:cs typeface="Calibri"/>
                <a:sym typeface="Calibri"/>
              </a:rPr>
              <a:t>Operation :  …………..</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Shape 548"/>
        <p:cNvGrpSpPr/>
        <p:nvPr/>
      </p:nvGrpSpPr>
      <p:grpSpPr>
        <a:xfrm>
          <a:off x="0" y="0"/>
          <a:ext cx="0" cy="0"/>
          <a:chOff x="0" y="0"/>
          <a:chExt cx="0" cy="0"/>
        </a:xfrm>
      </p:grpSpPr>
      <p:sp>
        <p:nvSpPr>
          <p:cNvPr id="549" name="Google Shape;549;p56"/>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2019</a:t>
            </a:r>
            <a:endParaRPr/>
          </a:p>
        </p:txBody>
      </p:sp>
      <p:sp>
        <p:nvSpPr>
          <p:cNvPr id="550" name="Google Shape;550;p56"/>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MECQ1203: Artificial Intelligence</a:t>
            </a:r>
            <a:endParaRPr/>
          </a:p>
        </p:txBody>
      </p:sp>
      <p:sp>
        <p:nvSpPr>
          <p:cNvPr id="551" name="Google Shape;551;p56"/>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100"/>
              <a:buNone/>
            </a:pPr>
            <a:fld id="{00000000-1234-1234-1234-123412341234}" type="slidenum">
              <a:rPr lang="en-US"/>
              <a:t>56</a:t>
            </a:fld>
            <a:endParaRPr/>
          </a:p>
        </p:txBody>
      </p:sp>
      <p:sp>
        <p:nvSpPr>
          <p:cNvPr id="552" name="Google Shape;552;p56"/>
          <p:cNvSpPr/>
          <p:nvPr/>
        </p:nvSpPr>
        <p:spPr>
          <a:xfrm>
            <a:off x="2469777" y="289657"/>
            <a:ext cx="5008935" cy="769441"/>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4400"/>
              <a:buFont typeface="Arial"/>
              <a:buNone/>
            </a:pPr>
            <a:r>
              <a:rPr lang="en-US" sz="4400" b="1" i="0" u="none" strike="noStrike" cap="none">
                <a:solidFill>
                  <a:srgbClr val="FF0000"/>
                </a:solidFill>
                <a:latin typeface="Calibri"/>
                <a:ea typeface="Calibri"/>
                <a:cs typeface="Calibri"/>
                <a:sym typeface="Calibri"/>
              </a:rPr>
              <a:t>Activity 2.3 - Answer</a:t>
            </a:r>
            <a:endParaRPr sz="4400" b="1" i="0" u="none" strike="noStrike" cap="none">
              <a:solidFill>
                <a:srgbClr val="FF0000"/>
              </a:solidFill>
              <a:latin typeface="Calibri"/>
              <a:ea typeface="Calibri"/>
              <a:cs typeface="Calibri"/>
              <a:sym typeface="Calibri"/>
            </a:endParaRPr>
          </a:p>
        </p:txBody>
      </p:sp>
      <p:pic>
        <p:nvPicPr>
          <p:cNvPr id="553" name="Google Shape;553;p56" descr="https://pron.github.io/img/computation-logic-algebra/euler-circles.png"/>
          <p:cNvPicPr preferRelativeResize="0"/>
          <p:nvPr/>
        </p:nvPicPr>
        <p:blipFill rotWithShape="1">
          <a:blip r:embed="rId3">
            <a:alphaModFix/>
          </a:blip>
          <a:srcRect/>
          <a:stretch/>
        </p:blipFill>
        <p:spPr>
          <a:xfrm>
            <a:off x="1600200" y="1414200"/>
            <a:ext cx="5334000" cy="4989614"/>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Shape 557"/>
        <p:cNvGrpSpPr/>
        <p:nvPr/>
      </p:nvGrpSpPr>
      <p:grpSpPr>
        <a:xfrm>
          <a:off x="0" y="0"/>
          <a:ext cx="0" cy="0"/>
          <a:chOff x="0" y="0"/>
          <a:chExt cx="0" cy="0"/>
        </a:xfrm>
      </p:grpSpPr>
      <p:sp>
        <p:nvSpPr>
          <p:cNvPr id="558" name="Google Shape;558;p5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b="1"/>
              <a:t>Predicate Calculus (First Order Logic)</a:t>
            </a:r>
            <a:endParaRPr/>
          </a:p>
        </p:txBody>
      </p:sp>
      <p:sp>
        <p:nvSpPr>
          <p:cNvPr id="559" name="Google Shape;559;p57"/>
          <p:cNvSpPr txBox="1">
            <a:spLocks noGrp="1"/>
          </p:cNvSpPr>
          <p:nvPr>
            <p:ph type="body" idx="1"/>
          </p:nvPr>
        </p:nvSpPr>
        <p:spPr>
          <a:xfrm>
            <a:off x="838200" y="1981200"/>
            <a:ext cx="8001000" cy="4191000"/>
          </a:xfrm>
          <a:prstGeom prst="rect">
            <a:avLst/>
          </a:prstGeom>
          <a:noFill/>
          <a:ln>
            <a:noFill/>
          </a:ln>
        </p:spPr>
        <p:txBody>
          <a:bodyPr spcFirstLastPara="1" wrap="square" lIns="91425" tIns="45700" rIns="91425" bIns="45700" anchor="t" anchorCtr="0">
            <a:normAutofit/>
          </a:bodyPr>
          <a:lstStyle/>
          <a:p>
            <a:pPr marL="342900" lvl="0" indent="-342900" algn="l" rtl="0">
              <a:lnSpc>
                <a:spcPct val="90000"/>
              </a:lnSpc>
              <a:spcBef>
                <a:spcPts val="0"/>
              </a:spcBef>
              <a:spcAft>
                <a:spcPts val="0"/>
              </a:spcAft>
              <a:buClr>
                <a:schemeClr val="dk1"/>
              </a:buClr>
              <a:buSzPts val="2400"/>
              <a:buChar char="•"/>
            </a:pPr>
            <a:r>
              <a:rPr lang="en-US" sz="2400" b="1"/>
              <a:t>Constants</a:t>
            </a:r>
            <a:r>
              <a:rPr lang="en-US" sz="2400"/>
              <a:t> are objects: john, apples</a:t>
            </a:r>
            <a:endParaRPr/>
          </a:p>
          <a:p>
            <a:pPr marL="342900" lvl="0" indent="-342900" algn="l" rtl="0">
              <a:lnSpc>
                <a:spcPct val="90000"/>
              </a:lnSpc>
              <a:spcBef>
                <a:spcPts val="480"/>
              </a:spcBef>
              <a:spcAft>
                <a:spcPts val="0"/>
              </a:spcAft>
              <a:buClr>
                <a:schemeClr val="dk1"/>
              </a:buClr>
              <a:buSzPts val="2400"/>
              <a:buChar char="•"/>
            </a:pPr>
            <a:r>
              <a:rPr lang="en-US" sz="2400" b="1"/>
              <a:t>Predicates</a:t>
            </a:r>
            <a:r>
              <a:rPr lang="en-US" sz="2400"/>
              <a:t> are properties and relations:</a:t>
            </a:r>
            <a:endParaRPr/>
          </a:p>
          <a:p>
            <a:pPr marL="742950" lvl="1" indent="-285750" algn="l" rtl="0">
              <a:lnSpc>
                <a:spcPct val="90000"/>
              </a:lnSpc>
              <a:spcBef>
                <a:spcPts val="400"/>
              </a:spcBef>
              <a:spcAft>
                <a:spcPts val="0"/>
              </a:spcAft>
              <a:buClr>
                <a:schemeClr val="dk1"/>
              </a:buClr>
              <a:buSzPts val="2000"/>
              <a:buChar char="–"/>
            </a:pPr>
            <a:r>
              <a:rPr lang="en-US" sz="2000"/>
              <a:t>likes(john, apples)</a:t>
            </a:r>
            <a:endParaRPr/>
          </a:p>
          <a:p>
            <a:pPr marL="342900" lvl="0" indent="-342900" algn="l" rtl="0">
              <a:lnSpc>
                <a:spcPct val="90000"/>
              </a:lnSpc>
              <a:spcBef>
                <a:spcPts val="480"/>
              </a:spcBef>
              <a:spcAft>
                <a:spcPts val="0"/>
              </a:spcAft>
              <a:buClr>
                <a:schemeClr val="dk1"/>
              </a:buClr>
              <a:buSzPts val="2400"/>
              <a:buChar char="•"/>
            </a:pPr>
            <a:r>
              <a:rPr lang="en-US" sz="2400" b="1"/>
              <a:t>Functions</a:t>
            </a:r>
            <a:r>
              <a:rPr lang="en-US" sz="2400"/>
              <a:t> transform objects:</a:t>
            </a:r>
            <a:endParaRPr/>
          </a:p>
          <a:p>
            <a:pPr marL="742950" lvl="1" indent="-285750" algn="l" rtl="0">
              <a:lnSpc>
                <a:spcPct val="90000"/>
              </a:lnSpc>
              <a:spcBef>
                <a:spcPts val="400"/>
              </a:spcBef>
              <a:spcAft>
                <a:spcPts val="0"/>
              </a:spcAft>
              <a:buClr>
                <a:schemeClr val="dk1"/>
              </a:buClr>
              <a:buSzPts val="2000"/>
              <a:buChar char="–"/>
            </a:pPr>
            <a:r>
              <a:rPr lang="en-US" sz="2000"/>
              <a:t>likes(john, fruit of(apple_tree))</a:t>
            </a:r>
            <a:endParaRPr/>
          </a:p>
          <a:p>
            <a:pPr marL="342900" lvl="0" indent="-342900" algn="l" rtl="0">
              <a:lnSpc>
                <a:spcPct val="90000"/>
              </a:lnSpc>
              <a:spcBef>
                <a:spcPts val="480"/>
              </a:spcBef>
              <a:spcAft>
                <a:spcPts val="0"/>
              </a:spcAft>
              <a:buClr>
                <a:schemeClr val="dk1"/>
              </a:buClr>
              <a:buSzPts val="2400"/>
              <a:buChar char="•"/>
            </a:pPr>
            <a:r>
              <a:rPr lang="en-US" sz="2400" b="1"/>
              <a:t>Variables</a:t>
            </a:r>
            <a:r>
              <a:rPr lang="en-US" sz="2400"/>
              <a:t> represent any object:  likes(X, apples)</a:t>
            </a:r>
            <a:endParaRPr/>
          </a:p>
          <a:p>
            <a:pPr marL="342900" lvl="0" indent="-342900" algn="l" rtl="0">
              <a:lnSpc>
                <a:spcPct val="90000"/>
              </a:lnSpc>
              <a:spcBef>
                <a:spcPts val="480"/>
              </a:spcBef>
              <a:spcAft>
                <a:spcPts val="0"/>
              </a:spcAft>
              <a:buClr>
                <a:schemeClr val="dk1"/>
              </a:buClr>
              <a:buSzPts val="2400"/>
              <a:buChar char="•"/>
            </a:pPr>
            <a:r>
              <a:rPr lang="en-US" sz="2400" b="1"/>
              <a:t>Quantifiers</a:t>
            </a:r>
            <a:r>
              <a:rPr lang="en-US" sz="2400"/>
              <a:t> qualify values of variables</a:t>
            </a:r>
            <a:endParaRPr/>
          </a:p>
          <a:p>
            <a:pPr marL="742950" lvl="1" indent="-285750" algn="l" rtl="0">
              <a:lnSpc>
                <a:spcPct val="90000"/>
              </a:lnSpc>
              <a:spcBef>
                <a:spcPts val="400"/>
              </a:spcBef>
              <a:spcAft>
                <a:spcPts val="0"/>
              </a:spcAft>
              <a:buClr>
                <a:schemeClr val="dk1"/>
              </a:buClr>
              <a:buSzPts val="2000"/>
              <a:buChar char="–"/>
            </a:pPr>
            <a:r>
              <a:rPr lang="en-US" sz="2000"/>
              <a:t>True for </a:t>
            </a:r>
            <a:r>
              <a:rPr lang="en-US" sz="2000">
                <a:solidFill>
                  <a:srgbClr val="FF0000"/>
                </a:solidFill>
              </a:rPr>
              <a:t>every</a:t>
            </a:r>
            <a:r>
              <a:rPr lang="en-US" sz="2000"/>
              <a:t> objects (Universal):              ∀X. likes(X, apples)</a:t>
            </a:r>
            <a:endParaRPr/>
          </a:p>
          <a:p>
            <a:pPr marL="742950" lvl="1" indent="-285750" algn="l" rtl="0">
              <a:lnSpc>
                <a:spcPct val="90000"/>
              </a:lnSpc>
              <a:spcBef>
                <a:spcPts val="400"/>
              </a:spcBef>
              <a:spcAft>
                <a:spcPts val="0"/>
              </a:spcAft>
              <a:buClr>
                <a:srgbClr val="FF0000"/>
              </a:buClr>
              <a:buSzPts val="2000"/>
              <a:buChar char="–"/>
            </a:pPr>
            <a:r>
              <a:rPr lang="en-US" sz="2000">
                <a:solidFill>
                  <a:srgbClr val="FF0000"/>
                </a:solidFill>
              </a:rPr>
              <a:t>Exists</a:t>
            </a:r>
            <a:r>
              <a:rPr lang="en-US" sz="2000"/>
              <a:t> at least one object (Existential):       ∃X. likes(X, apples)</a:t>
            </a:r>
            <a:endParaRPr/>
          </a:p>
        </p:txBody>
      </p:sp>
    </p:spTree>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Shape 563"/>
        <p:cNvGrpSpPr/>
        <p:nvPr/>
      </p:nvGrpSpPr>
      <p:grpSpPr>
        <a:xfrm>
          <a:off x="0" y="0"/>
          <a:ext cx="0" cy="0"/>
          <a:chOff x="0" y="0"/>
          <a:chExt cx="0" cy="0"/>
        </a:xfrm>
      </p:grpSpPr>
      <p:sp>
        <p:nvSpPr>
          <p:cNvPr id="564" name="Google Shape;564;p58"/>
          <p:cNvSpPr txBox="1">
            <a:spLocks noGrp="1"/>
          </p:cNvSpPr>
          <p:nvPr>
            <p:ph type="title"/>
          </p:nvPr>
        </p:nvSpPr>
        <p:spPr>
          <a:xfrm>
            <a:off x="607106" y="152400"/>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200"/>
              <a:buFont typeface="Calibri"/>
              <a:buNone/>
            </a:pPr>
            <a:r>
              <a:rPr lang="en-US" sz="3200" b="1"/>
              <a:t>Example: FOL Sentence</a:t>
            </a:r>
            <a:endParaRPr/>
          </a:p>
        </p:txBody>
      </p:sp>
      <p:sp>
        <p:nvSpPr>
          <p:cNvPr id="565" name="Google Shape;565;p58"/>
          <p:cNvSpPr txBox="1">
            <a:spLocks noGrp="1"/>
          </p:cNvSpPr>
          <p:nvPr>
            <p:ph type="body" idx="1"/>
          </p:nvPr>
        </p:nvSpPr>
        <p:spPr>
          <a:xfrm>
            <a:off x="799420" y="1981200"/>
            <a:ext cx="8001000" cy="38862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US"/>
              <a:t>“Every rose has a thorn”</a:t>
            </a:r>
            <a:endParaRPr/>
          </a:p>
          <a:p>
            <a:pPr marL="342900" lvl="0" indent="-139700" algn="l" rtl="0">
              <a:lnSpc>
                <a:spcPct val="100000"/>
              </a:lnSpc>
              <a:spcBef>
                <a:spcPts val="640"/>
              </a:spcBef>
              <a:spcAft>
                <a:spcPts val="0"/>
              </a:spcAft>
              <a:buClr>
                <a:schemeClr val="dk1"/>
              </a:buClr>
              <a:buSzPts val="3200"/>
              <a:buNone/>
            </a:pPr>
            <a:endParaRPr/>
          </a:p>
          <a:p>
            <a:pPr marL="342900" lvl="0" indent="-139700" algn="l" rtl="0">
              <a:lnSpc>
                <a:spcPct val="100000"/>
              </a:lnSpc>
              <a:spcBef>
                <a:spcPts val="640"/>
              </a:spcBef>
              <a:spcAft>
                <a:spcPts val="0"/>
              </a:spcAft>
              <a:buClr>
                <a:schemeClr val="dk1"/>
              </a:buClr>
              <a:buSzPts val="3200"/>
              <a:buNone/>
            </a:pPr>
            <a:endParaRPr/>
          </a:p>
          <a:p>
            <a:pPr marL="342900" lvl="0" indent="-342900" algn="l" rtl="0">
              <a:lnSpc>
                <a:spcPct val="100000"/>
              </a:lnSpc>
              <a:spcBef>
                <a:spcPts val="640"/>
              </a:spcBef>
              <a:spcAft>
                <a:spcPts val="0"/>
              </a:spcAft>
              <a:buClr>
                <a:schemeClr val="dk1"/>
              </a:buClr>
              <a:buSzPts val="3200"/>
              <a:buChar char="•"/>
            </a:pPr>
            <a:r>
              <a:rPr lang="en-US"/>
              <a:t>For all X</a:t>
            </a:r>
            <a:endParaRPr/>
          </a:p>
          <a:p>
            <a:pPr marL="742950" lvl="1" indent="-285750" algn="l" rtl="0">
              <a:lnSpc>
                <a:spcPct val="100000"/>
              </a:lnSpc>
              <a:spcBef>
                <a:spcPts val="560"/>
              </a:spcBef>
              <a:spcAft>
                <a:spcPts val="0"/>
              </a:spcAft>
              <a:buClr>
                <a:schemeClr val="dk1"/>
              </a:buClr>
              <a:buSzPts val="2800"/>
              <a:buChar char="–"/>
            </a:pPr>
            <a:r>
              <a:rPr lang="en-US"/>
              <a:t>if (X is a rose)</a:t>
            </a:r>
            <a:endParaRPr/>
          </a:p>
          <a:p>
            <a:pPr marL="742950" lvl="1" indent="-285750" algn="l" rtl="0">
              <a:lnSpc>
                <a:spcPct val="100000"/>
              </a:lnSpc>
              <a:spcBef>
                <a:spcPts val="560"/>
              </a:spcBef>
              <a:spcAft>
                <a:spcPts val="0"/>
              </a:spcAft>
              <a:buClr>
                <a:schemeClr val="dk1"/>
              </a:buClr>
              <a:buSzPts val="2800"/>
              <a:buChar char="–"/>
            </a:pPr>
            <a:r>
              <a:rPr lang="en-US"/>
              <a:t>then there exists Y</a:t>
            </a:r>
            <a:endParaRPr/>
          </a:p>
          <a:p>
            <a:pPr marL="1143000" lvl="2" indent="-228600" algn="l" rtl="0">
              <a:lnSpc>
                <a:spcPct val="100000"/>
              </a:lnSpc>
              <a:spcBef>
                <a:spcPts val="480"/>
              </a:spcBef>
              <a:spcAft>
                <a:spcPts val="0"/>
              </a:spcAft>
              <a:buClr>
                <a:schemeClr val="dk1"/>
              </a:buClr>
              <a:buSzPts val="2400"/>
              <a:buChar char="•"/>
            </a:pPr>
            <a:r>
              <a:rPr lang="en-US"/>
              <a:t>(X has Y) and (Y is a thorn)</a:t>
            </a:r>
            <a:endParaRPr/>
          </a:p>
        </p:txBody>
      </p:sp>
      <p:pic>
        <p:nvPicPr>
          <p:cNvPr id="566" name="Google Shape;566;p58"/>
          <p:cNvPicPr preferRelativeResize="0"/>
          <p:nvPr/>
        </p:nvPicPr>
        <p:blipFill rotWithShape="1">
          <a:blip r:embed="rId3">
            <a:alphaModFix/>
          </a:blip>
          <a:srcRect/>
          <a:stretch/>
        </p:blipFill>
        <p:spPr>
          <a:xfrm>
            <a:off x="1112837" y="2819400"/>
            <a:ext cx="7573963" cy="663575"/>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Shape 570"/>
        <p:cNvGrpSpPr/>
        <p:nvPr/>
      </p:nvGrpSpPr>
      <p:grpSpPr>
        <a:xfrm>
          <a:off x="0" y="0"/>
          <a:ext cx="0" cy="0"/>
          <a:chOff x="0" y="0"/>
          <a:chExt cx="0" cy="0"/>
        </a:xfrm>
      </p:grpSpPr>
      <p:sp>
        <p:nvSpPr>
          <p:cNvPr id="571" name="Google Shape;571;p59"/>
          <p:cNvSpPr txBox="1">
            <a:spLocks noGrp="1"/>
          </p:cNvSpPr>
          <p:nvPr>
            <p:ph type="title"/>
          </p:nvPr>
        </p:nvSpPr>
        <p:spPr>
          <a:xfrm>
            <a:off x="457200" y="14514"/>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200"/>
              <a:buFont typeface="Calibri"/>
              <a:buNone/>
            </a:pPr>
            <a:br>
              <a:rPr lang="en-US" sz="3200" b="1"/>
            </a:br>
            <a:r>
              <a:rPr lang="en-US" sz="3200" b="1"/>
              <a:t>Example: FOL Sentence</a:t>
            </a:r>
            <a:endParaRPr/>
          </a:p>
        </p:txBody>
      </p:sp>
      <p:sp>
        <p:nvSpPr>
          <p:cNvPr id="572" name="Google Shape;572;p59"/>
          <p:cNvSpPr txBox="1">
            <a:spLocks noGrp="1"/>
          </p:cNvSpPr>
          <p:nvPr>
            <p:ph type="body" idx="1"/>
          </p:nvPr>
        </p:nvSpPr>
        <p:spPr>
          <a:xfrm>
            <a:off x="914400" y="1817007"/>
            <a:ext cx="8001000" cy="1143000"/>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US"/>
              <a:t>“On Mondays and Wednesdays I go to John’s house for dinner”</a:t>
            </a:r>
            <a:endParaRPr/>
          </a:p>
        </p:txBody>
      </p:sp>
      <p:sp>
        <p:nvSpPr>
          <p:cNvPr id="573" name="Google Shape;573;p59"/>
          <p:cNvSpPr/>
          <p:nvPr/>
        </p:nvSpPr>
        <p:spPr>
          <a:xfrm>
            <a:off x="990600" y="4648200"/>
            <a:ext cx="7696200" cy="11430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dk1"/>
              </a:buClr>
              <a:buSzPts val="2100"/>
              <a:buFont typeface="Noto Sans Symbols"/>
              <a:buChar char="●"/>
            </a:pPr>
            <a:r>
              <a:rPr lang="en-US" sz="2800" b="0" i="0" u="none" strike="noStrike" cap="none">
                <a:solidFill>
                  <a:schemeClr val="dk1"/>
                </a:solidFill>
                <a:latin typeface="Arial"/>
                <a:ea typeface="Arial"/>
                <a:cs typeface="Arial"/>
                <a:sym typeface="Arial"/>
              </a:rPr>
              <a:t>Note the change from “and” to “or”</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480"/>
              </a:spcBef>
              <a:spcAft>
                <a:spcPts val="0"/>
              </a:spcAft>
              <a:buClr>
                <a:schemeClr val="dk1"/>
              </a:buClr>
              <a:buSzPts val="1800"/>
              <a:buFont typeface="Arial"/>
              <a:buChar char="–"/>
            </a:pPr>
            <a:r>
              <a:rPr lang="en-US" sz="2400" b="0" i="0" u="none" strike="noStrike" cap="none">
                <a:solidFill>
                  <a:schemeClr val="dk1"/>
                </a:solidFill>
                <a:latin typeface="Arial"/>
                <a:ea typeface="Arial"/>
                <a:cs typeface="Arial"/>
                <a:sym typeface="Arial"/>
              </a:rPr>
              <a:t>Translating is problematic</a:t>
            </a:r>
            <a:endParaRPr sz="1400" b="0" i="0" u="none" strike="noStrike" cap="none">
              <a:solidFill>
                <a:srgbClr val="000000"/>
              </a:solidFill>
              <a:latin typeface="Arial"/>
              <a:ea typeface="Arial"/>
              <a:cs typeface="Arial"/>
              <a:sym typeface="Arial"/>
            </a:endParaRPr>
          </a:p>
        </p:txBody>
      </p:sp>
      <p:pic>
        <p:nvPicPr>
          <p:cNvPr id="574" name="Google Shape;574;p59"/>
          <p:cNvPicPr preferRelativeResize="0"/>
          <p:nvPr/>
        </p:nvPicPr>
        <p:blipFill rotWithShape="1">
          <a:blip r:embed="rId3">
            <a:alphaModFix/>
          </a:blip>
          <a:srcRect/>
          <a:stretch/>
        </p:blipFill>
        <p:spPr>
          <a:xfrm>
            <a:off x="1295400" y="2979964"/>
            <a:ext cx="6553200" cy="13335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Shape 578"/>
        <p:cNvGrpSpPr/>
        <p:nvPr/>
      </p:nvGrpSpPr>
      <p:grpSpPr>
        <a:xfrm>
          <a:off x="0" y="0"/>
          <a:ext cx="0" cy="0"/>
          <a:chOff x="0" y="0"/>
          <a:chExt cx="0" cy="0"/>
        </a:xfrm>
      </p:grpSpPr>
      <p:sp>
        <p:nvSpPr>
          <p:cNvPr id="579" name="Google Shape;579;p60"/>
          <p:cNvSpPr txBox="1">
            <a:spLocks noGrp="1"/>
          </p:cNvSpPr>
          <p:nvPr>
            <p:ph type="title"/>
          </p:nvPr>
        </p:nvSpPr>
        <p:spPr>
          <a:xfrm>
            <a:off x="914400" y="277813"/>
            <a:ext cx="77724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First-Order Logic (FOL)</a:t>
            </a:r>
            <a:endParaRPr/>
          </a:p>
        </p:txBody>
      </p:sp>
      <p:sp>
        <p:nvSpPr>
          <p:cNvPr id="580" name="Google Shape;580;p60"/>
          <p:cNvSpPr txBox="1">
            <a:spLocks noGrp="1"/>
          </p:cNvSpPr>
          <p:nvPr>
            <p:ph type="body" idx="1"/>
          </p:nvPr>
        </p:nvSpPr>
        <p:spPr>
          <a:xfrm>
            <a:off x="914400" y="1600200"/>
            <a:ext cx="3813175" cy="4530725"/>
          </a:xfrm>
          <a:prstGeom prst="rect">
            <a:avLst/>
          </a:prstGeom>
          <a:noFill/>
          <a:ln>
            <a:noFill/>
          </a:ln>
        </p:spPr>
        <p:txBody>
          <a:bodyPr spcFirstLastPara="1" wrap="square" lIns="91425" tIns="45700" rIns="91425" bIns="45700" anchor="t" anchorCtr="0">
            <a:normAutofit/>
          </a:bodyPr>
          <a:lstStyle/>
          <a:p>
            <a:pPr marL="342900" lvl="0" indent="-190500" algn="l" rtl="0">
              <a:lnSpc>
                <a:spcPct val="100000"/>
              </a:lnSpc>
              <a:spcBef>
                <a:spcPts val="0"/>
              </a:spcBef>
              <a:spcAft>
                <a:spcPts val="0"/>
              </a:spcAft>
              <a:buClr>
                <a:schemeClr val="dk1"/>
              </a:buClr>
              <a:buSzPts val="2400"/>
              <a:buNone/>
            </a:pPr>
            <a:endParaRPr sz="2400"/>
          </a:p>
          <a:p>
            <a:pPr marL="342900" lvl="0" indent="-190500" algn="l" rtl="0">
              <a:lnSpc>
                <a:spcPct val="100000"/>
              </a:lnSpc>
              <a:spcBef>
                <a:spcPts val="480"/>
              </a:spcBef>
              <a:spcAft>
                <a:spcPts val="0"/>
              </a:spcAft>
              <a:buClr>
                <a:schemeClr val="dk1"/>
              </a:buClr>
              <a:buSzPts val="2400"/>
              <a:buNone/>
            </a:pPr>
            <a:endParaRPr sz="2400"/>
          </a:p>
        </p:txBody>
      </p:sp>
      <p:pic>
        <p:nvPicPr>
          <p:cNvPr id="581" name="Google Shape;581;p60"/>
          <p:cNvPicPr preferRelativeResize="0">
            <a:picLocks noGrp="1"/>
          </p:cNvPicPr>
          <p:nvPr>
            <p:ph type="body" idx="2"/>
          </p:nvPr>
        </p:nvPicPr>
        <p:blipFill rotWithShape="1">
          <a:blip r:embed="rId3">
            <a:alphaModFix/>
          </a:blip>
          <a:srcRect/>
          <a:stretch/>
        </p:blipFill>
        <p:spPr>
          <a:xfrm>
            <a:off x="1298575" y="1578429"/>
            <a:ext cx="6858000" cy="4225396"/>
          </a:xfrm>
          <a:prstGeom prst="rect">
            <a:avLst/>
          </a:prstGeom>
          <a:noFill/>
          <a:ln>
            <a:noFill/>
          </a:ln>
        </p:spPr>
      </p:pic>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Shape 585"/>
        <p:cNvGrpSpPr/>
        <p:nvPr/>
      </p:nvGrpSpPr>
      <p:grpSpPr>
        <a:xfrm>
          <a:off x="0" y="0"/>
          <a:ext cx="0" cy="0"/>
          <a:chOff x="0" y="0"/>
          <a:chExt cx="0" cy="0"/>
        </a:xfrm>
      </p:grpSpPr>
      <p:sp>
        <p:nvSpPr>
          <p:cNvPr id="586" name="Google Shape;586;p61"/>
          <p:cNvSpPr txBox="1">
            <a:spLocks noGrp="1"/>
          </p:cNvSpPr>
          <p:nvPr>
            <p:ph type="title"/>
          </p:nvPr>
        </p:nvSpPr>
        <p:spPr>
          <a:xfrm>
            <a:off x="457200" y="0"/>
            <a:ext cx="8229600" cy="10668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First-Order Logic (FOL)</a:t>
            </a:r>
            <a:endParaRPr/>
          </a:p>
        </p:txBody>
      </p:sp>
      <p:grpSp>
        <p:nvGrpSpPr>
          <p:cNvPr id="587" name="Google Shape;587;p61"/>
          <p:cNvGrpSpPr/>
          <p:nvPr/>
        </p:nvGrpSpPr>
        <p:grpSpPr>
          <a:xfrm>
            <a:off x="990600" y="1524000"/>
            <a:ext cx="6904038" cy="4391026"/>
            <a:chOff x="624" y="960"/>
            <a:chExt cx="4349" cy="2766"/>
          </a:xfrm>
        </p:grpSpPr>
        <p:sp>
          <p:nvSpPr>
            <p:cNvPr id="588" name="Google Shape;588;p61"/>
            <p:cNvSpPr/>
            <p:nvPr/>
          </p:nvSpPr>
          <p:spPr>
            <a:xfrm>
              <a:off x="624" y="960"/>
              <a:ext cx="4344" cy="276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589" name="Google Shape;589;p61"/>
            <p:cNvPicPr preferRelativeResize="0"/>
            <p:nvPr/>
          </p:nvPicPr>
          <p:blipFill rotWithShape="1">
            <a:blip r:embed="rId3">
              <a:alphaModFix/>
            </a:blip>
            <a:srcRect/>
            <a:stretch/>
          </p:blipFill>
          <p:spPr>
            <a:xfrm>
              <a:off x="624" y="960"/>
              <a:ext cx="4349" cy="2766"/>
            </a:xfrm>
            <a:prstGeom prst="rect">
              <a:avLst/>
            </a:prstGeom>
            <a:noFill/>
            <a:ln>
              <a:noFill/>
            </a:ln>
          </p:spPr>
        </p:pic>
      </p:grpSp>
    </p:spTree>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Shape 593"/>
        <p:cNvGrpSpPr/>
        <p:nvPr/>
      </p:nvGrpSpPr>
      <p:grpSpPr>
        <a:xfrm>
          <a:off x="0" y="0"/>
          <a:ext cx="0" cy="0"/>
          <a:chOff x="0" y="0"/>
          <a:chExt cx="0" cy="0"/>
        </a:xfrm>
      </p:grpSpPr>
      <p:sp>
        <p:nvSpPr>
          <p:cNvPr id="594" name="Google Shape;594;p62"/>
          <p:cNvSpPr/>
          <p:nvPr/>
        </p:nvSpPr>
        <p:spPr>
          <a:xfrm>
            <a:off x="914400" y="277813"/>
            <a:ext cx="7772400" cy="1143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4000"/>
              <a:buFont typeface="Arial"/>
              <a:buNone/>
            </a:pPr>
            <a:r>
              <a:rPr lang="en-US" sz="4000" b="1" i="0" u="none" strike="noStrike" cap="none">
                <a:solidFill>
                  <a:schemeClr val="dk1"/>
                </a:solidFill>
                <a:latin typeface="Arial"/>
                <a:ea typeface="Arial"/>
                <a:cs typeface="Arial"/>
                <a:sym typeface="Arial"/>
              </a:rPr>
              <a:t>First Order Predicate Calculus</a:t>
            </a:r>
            <a:endParaRPr sz="1400" b="0" i="0" u="none" strike="noStrike" cap="none">
              <a:solidFill>
                <a:srgbClr val="000000"/>
              </a:solidFill>
              <a:latin typeface="Arial"/>
              <a:ea typeface="Arial"/>
              <a:cs typeface="Arial"/>
              <a:sym typeface="Arial"/>
            </a:endParaRPr>
          </a:p>
        </p:txBody>
      </p:sp>
      <p:sp>
        <p:nvSpPr>
          <p:cNvPr id="595" name="Google Shape;595;p62"/>
          <p:cNvSpPr/>
          <p:nvPr/>
        </p:nvSpPr>
        <p:spPr>
          <a:xfrm>
            <a:off x="914400" y="1600200"/>
            <a:ext cx="7772400" cy="4530725"/>
          </a:xfrm>
          <a:prstGeom prst="rect">
            <a:avLst/>
          </a:prstGeom>
          <a:noFill/>
          <a:ln>
            <a:noFill/>
          </a:ln>
        </p:spPr>
        <p:txBody>
          <a:bodyPr spcFirstLastPara="1" wrap="square" lIns="91425" tIns="45700" rIns="91425" bIns="45700" anchor="t" anchorCtr="0">
            <a:noAutofit/>
          </a:bodyPr>
          <a:lstStyle/>
          <a:p>
            <a:pPr marL="342900" marR="0" lvl="0" indent="-342900" algn="l" rtl="0">
              <a:lnSpc>
                <a:spcPct val="100000"/>
              </a:lnSpc>
              <a:spcBef>
                <a:spcPts val="0"/>
              </a:spcBef>
              <a:spcAft>
                <a:spcPts val="0"/>
              </a:spcAft>
              <a:buClr>
                <a:schemeClr val="folHlink"/>
              </a:buClr>
              <a:buSzPts val="2520"/>
              <a:buFont typeface="Noto Sans Symbols"/>
              <a:buChar char="■"/>
            </a:pPr>
            <a:r>
              <a:rPr lang="en-US" sz="2800" b="0" i="0" u="none" strike="noStrike" cap="none">
                <a:solidFill>
                  <a:schemeClr val="dk1"/>
                </a:solidFill>
                <a:latin typeface="Arial"/>
                <a:ea typeface="Arial"/>
                <a:cs typeface="Arial"/>
                <a:sym typeface="Arial"/>
              </a:rPr>
              <a:t>Includes 2 symbols: </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520"/>
              </a:spcBef>
              <a:spcAft>
                <a:spcPts val="0"/>
              </a:spcAft>
              <a:buClr>
                <a:schemeClr val="accent1"/>
              </a:buClr>
              <a:buSzPts val="1950"/>
              <a:buFont typeface="Noto Sans Symbols"/>
              <a:buChar char="■"/>
            </a:pPr>
            <a:r>
              <a:rPr lang="en-US" sz="2600" b="0" i="0" u="none" strike="noStrike" cap="none">
                <a:solidFill>
                  <a:schemeClr val="dk1"/>
                </a:solidFill>
                <a:latin typeface="Arial"/>
                <a:ea typeface="Arial"/>
                <a:cs typeface="Arial"/>
                <a:sym typeface="Arial"/>
              </a:rPr>
              <a:t>Variable quantifiers </a:t>
            </a:r>
            <a:endParaRPr sz="1400" b="0" i="0" u="none" strike="noStrike" cap="none">
              <a:solidFill>
                <a:srgbClr val="000000"/>
              </a:solidFill>
              <a:latin typeface="Arial"/>
              <a:ea typeface="Arial"/>
              <a:cs typeface="Arial"/>
              <a:sym typeface="Arial"/>
            </a:endParaRPr>
          </a:p>
          <a:p>
            <a:pPr marL="1143000" marR="0" lvl="2" indent="-228600" algn="l" rtl="0">
              <a:lnSpc>
                <a:spcPct val="100000"/>
              </a:lnSpc>
              <a:spcBef>
                <a:spcPts val="460"/>
              </a:spcBef>
              <a:spcAft>
                <a:spcPts val="0"/>
              </a:spcAft>
              <a:buClr>
                <a:schemeClr val="folHlink"/>
              </a:buClr>
              <a:buSzPts val="1265"/>
              <a:buFont typeface="Noto Sans Symbols"/>
              <a:buChar char="■"/>
            </a:pPr>
            <a:r>
              <a:rPr lang="en-US" sz="2300" b="0" i="0" u="none" strike="noStrike" cap="none">
                <a:solidFill>
                  <a:schemeClr val="dk1"/>
                </a:solidFill>
                <a:latin typeface="Arial"/>
                <a:ea typeface="Arial"/>
                <a:cs typeface="Arial"/>
                <a:sym typeface="Arial"/>
              </a:rPr>
              <a:t>∃ (existential) and </a:t>
            </a:r>
            <a:endParaRPr sz="1400" b="0" i="0" u="none" strike="noStrike" cap="none">
              <a:solidFill>
                <a:srgbClr val="000000"/>
              </a:solidFill>
              <a:latin typeface="Arial"/>
              <a:ea typeface="Arial"/>
              <a:cs typeface="Arial"/>
              <a:sym typeface="Arial"/>
            </a:endParaRPr>
          </a:p>
          <a:p>
            <a:pPr marL="1143000" marR="0" lvl="2" indent="-228600" algn="l" rtl="0">
              <a:lnSpc>
                <a:spcPct val="100000"/>
              </a:lnSpc>
              <a:spcBef>
                <a:spcPts val="460"/>
              </a:spcBef>
              <a:spcAft>
                <a:spcPts val="0"/>
              </a:spcAft>
              <a:buClr>
                <a:schemeClr val="folHlink"/>
              </a:buClr>
              <a:buSzPts val="1265"/>
              <a:buFont typeface="Noto Sans Symbols"/>
              <a:buChar char="■"/>
            </a:pPr>
            <a:r>
              <a:rPr lang="en-US" sz="2300" b="0" i="0" u="none" strike="noStrike" cap="none">
                <a:solidFill>
                  <a:schemeClr val="dk1"/>
                </a:solidFill>
                <a:latin typeface="Arial"/>
                <a:ea typeface="Arial"/>
                <a:cs typeface="Arial"/>
                <a:sym typeface="Arial"/>
              </a:rPr>
              <a:t>∀ (universal)</a:t>
            </a:r>
            <a:endParaRPr sz="1400" b="0" i="0" u="none" strike="noStrike" cap="none">
              <a:solidFill>
                <a:srgbClr val="000000"/>
              </a:solidFill>
              <a:latin typeface="Arial"/>
              <a:ea typeface="Arial"/>
              <a:cs typeface="Arial"/>
              <a:sym typeface="Arial"/>
            </a:endParaRPr>
          </a:p>
          <a:p>
            <a:pPr marL="342900" marR="0" lvl="0" indent="-342900" algn="l" rtl="0">
              <a:lnSpc>
                <a:spcPct val="100000"/>
              </a:lnSpc>
              <a:spcBef>
                <a:spcPts val="560"/>
              </a:spcBef>
              <a:spcAft>
                <a:spcPts val="0"/>
              </a:spcAft>
              <a:buClr>
                <a:schemeClr val="folHlink"/>
              </a:buClr>
              <a:buSzPts val="2520"/>
              <a:buFont typeface="Noto Sans Symbols"/>
              <a:buChar char="■"/>
            </a:pPr>
            <a:r>
              <a:rPr lang="en-US" sz="2800" b="0" i="0" u="none" strike="noStrike" cap="none">
                <a:solidFill>
                  <a:schemeClr val="dk1"/>
                </a:solidFill>
                <a:latin typeface="Arial"/>
                <a:ea typeface="Arial"/>
                <a:cs typeface="Arial"/>
                <a:sym typeface="Arial"/>
              </a:rPr>
              <a:t>A quantifier followed by a variable and a sentence:</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520"/>
              </a:spcBef>
              <a:spcAft>
                <a:spcPts val="0"/>
              </a:spcAft>
              <a:buClr>
                <a:schemeClr val="accent1"/>
              </a:buClr>
              <a:buSzPts val="1950"/>
              <a:buFont typeface="Noto Sans Symbols"/>
              <a:buChar char="■"/>
            </a:pPr>
            <a:r>
              <a:rPr lang="en-US" sz="2600" b="0" i="0" u="none" strike="noStrike" cap="none">
                <a:solidFill>
                  <a:schemeClr val="dk1"/>
                </a:solidFill>
                <a:latin typeface="Arial"/>
                <a:ea typeface="Arial"/>
                <a:cs typeface="Arial"/>
                <a:sym typeface="Arial"/>
              </a:rPr>
              <a:t>∀ X likes(X,pizza) ;</a:t>
            </a:r>
            <a:r>
              <a:rPr lang="en-US" sz="2600" b="0" i="0" u="none" strike="noStrike" cap="none">
                <a:solidFill>
                  <a:srgbClr val="FF0000"/>
                </a:solidFill>
                <a:latin typeface="Arial"/>
                <a:ea typeface="Arial"/>
                <a:cs typeface="Arial"/>
                <a:sym typeface="Arial"/>
              </a:rPr>
              <a:t>true for all X</a:t>
            </a:r>
            <a:endParaRPr sz="1400" b="0" i="0" u="none" strike="noStrike" cap="none">
              <a:solidFill>
                <a:srgbClr val="000000"/>
              </a:solidFill>
              <a:latin typeface="Arial"/>
              <a:ea typeface="Arial"/>
              <a:cs typeface="Arial"/>
              <a:sym typeface="Arial"/>
            </a:endParaRPr>
          </a:p>
          <a:p>
            <a:pPr marL="742950" marR="0" lvl="1" indent="-285750" algn="l" rtl="0">
              <a:lnSpc>
                <a:spcPct val="100000"/>
              </a:lnSpc>
              <a:spcBef>
                <a:spcPts val="520"/>
              </a:spcBef>
              <a:spcAft>
                <a:spcPts val="0"/>
              </a:spcAft>
              <a:buClr>
                <a:schemeClr val="accent1"/>
              </a:buClr>
              <a:buSzPts val="1950"/>
              <a:buFont typeface="Noto Sans Symbols"/>
              <a:buChar char="■"/>
            </a:pPr>
            <a:r>
              <a:rPr lang="en-US" sz="2600" b="0" i="0" u="none" strike="noStrike" cap="none">
                <a:solidFill>
                  <a:schemeClr val="dk1"/>
                </a:solidFill>
                <a:latin typeface="Arial"/>
                <a:ea typeface="Arial"/>
                <a:cs typeface="Arial"/>
                <a:sym typeface="Arial"/>
              </a:rPr>
              <a:t>∃ Y friends(Y,amir) ;</a:t>
            </a:r>
            <a:r>
              <a:rPr lang="en-US" sz="2600" b="0" i="0" u="none" strike="noStrike" cap="none">
                <a:solidFill>
                  <a:srgbClr val="FF0000"/>
                </a:solidFill>
                <a:latin typeface="Arial"/>
                <a:ea typeface="Arial"/>
                <a:cs typeface="Arial"/>
                <a:sym typeface="Arial"/>
              </a:rPr>
              <a:t>true if there is at least one</a:t>
            </a:r>
            <a:endParaRPr sz="1400" b="0" i="0" u="none" strike="noStrike" cap="none">
              <a:solidFill>
                <a:srgbClr val="000000"/>
              </a:solidFill>
              <a:latin typeface="Arial"/>
              <a:ea typeface="Arial"/>
              <a:cs typeface="Arial"/>
              <a:sym typeface="Arial"/>
            </a:endParaRP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Shape 599"/>
        <p:cNvGrpSpPr/>
        <p:nvPr/>
      </p:nvGrpSpPr>
      <p:grpSpPr>
        <a:xfrm>
          <a:off x="0" y="0"/>
          <a:ext cx="0" cy="0"/>
          <a:chOff x="0" y="0"/>
          <a:chExt cx="0" cy="0"/>
        </a:xfrm>
      </p:grpSpPr>
      <p:sp>
        <p:nvSpPr>
          <p:cNvPr id="600" name="Google Shape;600;p6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Universal Quantification</a:t>
            </a:r>
            <a:endParaRPr/>
          </a:p>
        </p:txBody>
      </p:sp>
      <p:grpSp>
        <p:nvGrpSpPr>
          <p:cNvPr id="601" name="Google Shape;601;p63"/>
          <p:cNvGrpSpPr/>
          <p:nvPr/>
        </p:nvGrpSpPr>
        <p:grpSpPr>
          <a:xfrm>
            <a:off x="598607" y="1600200"/>
            <a:ext cx="7288893" cy="4169576"/>
            <a:chOff x="993" y="1344"/>
            <a:chExt cx="4171" cy="2386"/>
          </a:xfrm>
        </p:grpSpPr>
        <p:sp>
          <p:nvSpPr>
            <p:cNvPr id="602" name="Google Shape;602;p63"/>
            <p:cNvSpPr/>
            <p:nvPr/>
          </p:nvSpPr>
          <p:spPr>
            <a:xfrm>
              <a:off x="993" y="1344"/>
              <a:ext cx="4166" cy="238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603" name="Google Shape;603;p63"/>
            <p:cNvPicPr preferRelativeResize="0"/>
            <p:nvPr/>
          </p:nvPicPr>
          <p:blipFill rotWithShape="1">
            <a:blip r:embed="rId3">
              <a:alphaModFix/>
            </a:blip>
            <a:srcRect/>
            <a:stretch/>
          </p:blipFill>
          <p:spPr>
            <a:xfrm>
              <a:off x="993" y="1344"/>
              <a:ext cx="4171" cy="2386"/>
            </a:xfrm>
            <a:prstGeom prst="rect">
              <a:avLst/>
            </a:prstGeom>
            <a:noFill/>
            <a:ln>
              <a:noFill/>
            </a:ln>
          </p:spPr>
        </p:pic>
      </p:grpSp>
      <p:sp>
        <p:nvSpPr>
          <p:cNvPr id="604" name="Google Shape;604;p63"/>
          <p:cNvSpPr/>
          <p:nvPr/>
        </p:nvSpPr>
        <p:spPr>
          <a:xfrm>
            <a:off x="990600" y="5562600"/>
            <a:ext cx="2667000" cy="7620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160" y="65167"/>
                </a:moveTo>
                <a:lnTo>
                  <a:pt x="-31175" y="-37944"/>
                </a:lnTo>
                <a:lnTo>
                  <a:pt x="21206" y="-177889"/>
                </a:lnTo>
              </a:path>
            </a:pathLst>
          </a:cu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Conjunction means AND</a:t>
            </a: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Shape 608"/>
        <p:cNvGrpSpPr/>
        <p:nvPr/>
      </p:nvGrpSpPr>
      <p:grpSpPr>
        <a:xfrm>
          <a:off x="0" y="0"/>
          <a:ext cx="0" cy="0"/>
          <a:chOff x="0" y="0"/>
          <a:chExt cx="0" cy="0"/>
        </a:xfrm>
      </p:grpSpPr>
      <p:sp>
        <p:nvSpPr>
          <p:cNvPr id="609" name="Google Shape;609;p64"/>
          <p:cNvSpPr txBox="1">
            <a:spLocks noGrp="1"/>
          </p:cNvSpPr>
          <p:nvPr>
            <p:ph type="title"/>
          </p:nvPr>
        </p:nvSpPr>
        <p:spPr>
          <a:xfrm>
            <a:off x="914400" y="277813"/>
            <a:ext cx="77724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Example</a:t>
            </a:r>
            <a:endParaRPr/>
          </a:p>
        </p:txBody>
      </p:sp>
      <p:sp>
        <p:nvSpPr>
          <p:cNvPr id="610" name="Google Shape;610;p64"/>
          <p:cNvSpPr txBox="1">
            <a:spLocks noGrp="1"/>
          </p:cNvSpPr>
          <p:nvPr>
            <p:ph type="body" idx="1"/>
          </p:nvPr>
        </p:nvSpPr>
        <p:spPr>
          <a:xfrm>
            <a:off x="457200" y="1905000"/>
            <a:ext cx="8229600" cy="4572000"/>
          </a:xfrm>
          <a:prstGeom prst="rect">
            <a:avLst/>
          </a:prstGeom>
          <a:noFill/>
          <a:ln>
            <a:noFill/>
          </a:ln>
        </p:spPr>
        <p:txBody>
          <a:bodyPr spcFirstLastPara="1" wrap="square" lIns="91425" tIns="45700" rIns="91425" bIns="45700" anchor="t" anchorCtr="0">
            <a:normAutofit/>
          </a:bodyPr>
          <a:lstStyle/>
          <a:p>
            <a:pPr marL="342900" lvl="0" indent="-190500" algn="l" rtl="0">
              <a:lnSpc>
                <a:spcPct val="100000"/>
              </a:lnSpc>
              <a:spcBef>
                <a:spcPts val="0"/>
              </a:spcBef>
              <a:spcAft>
                <a:spcPts val="0"/>
              </a:spcAft>
              <a:buClr>
                <a:schemeClr val="dk1"/>
              </a:buClr>
              <a:buSzPts val="2400"/>
              <a:buNone/>
            </a:pPr>
            <a:endParaRPr sz="2400"/>
          </a:p>
          <a:p>
            <a:pPr marL="342900" lvl="0" indent="-190500" algn="l" rtl="0">
              <a:lnSpc>
                <a:spcPct val="100000"/>
              </a:lnSpc>
              <a:spcBef>
                <a:spcPts val="480"/>
              </a:spcBef>
              <a:spcAft>
                <a:spcPts val="0"/>
              </a:spcAft>
              <a:buClr>
                <a:schemeClr val="dk1"/>
              </a:buClr>
              <a:buSzPts val="2400"/>
              <a:buNone/>
            </a:pPr>
            <a:endParaRPr sz="2400"/>
          </a:p>
        </p:txBody>
      </p:sp>
      <p:pic>
        <p:nvPicPr>
          <p:cNvPr id="611" name="Google Shape;611;p64"/>
          <p:cNvPicPr preferRelativeResize="0">
            <a:picLocks noGrp="1"/>
          </p:cNvPicPr>
          <p:nvPr>
            <p:ph type="body" idx="2"/>
          </p:nvPr>
        </p:nvPicPr>
        <p:blipFill rotWithShape="1">
          <a:blip r:embed="rId3">
            <a:alphaModFix/>
          </a:blip>
          <a:srcRect/>
          <a:stretch/>
        </p:blipFill>
        <p:spPr>
          <a:xfrm>
            <a:off x="1483972" y="2405516"/>
            <a:ext cx="6633255" cy="1789113"/>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Shape 615"/>
        <p:cNvGrpSpPr/>
        <p:nvPr/>
      </p:nvGrpSpPr>
      <p:grpSpPr>
        <a:xfrm>
          <a:off x="0" y="0"/>
          <a:ext cx="0" cy="0"/>
          <a:chOff x="0" y="0"/>
          <a:chExt cx="0" cy="0"/>
        </a:xfrm>
      </p:grpSpPr>
      <p:sp>
        <p:nvSpPr>
          <p:cNvPr id="616" name="Google Shape;616;p65"/>
          <p:cNvSpPr txBox="1">
            <a:spLocks noGrp="1"/>
          </p:cNvSpPr>
          <p:nvPr>
            <p:ph type="title"/>
          </p:nvPr>
        </p:nvSpPr>
        <p:spPr>
          <a:xfrm>
            <a:off x="914400" y="277813"/>
            <a:ext cx="77724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Example</a:t>
            </a:r>
            <a:endParaRPr/>
          </a:p>
        </p:txBody>
      </p:sp>
      <p:sp>
        <p:nvSpPr>
          <p:cNvPr id="617" name="Google Shape;617;p65"/>
          <p:cNvSpPr txBox="1">
            <a:spLocks noGrp="1"/>
          </p:cNvSpPr>
          <p:nvPr>
            <p:ph type="body" idx="1"/>
          </p:nvPr>
        </p:nvSpPr>
        <p:spPr>
          <a:xfrm>
            <a:off x="914400" y="1600200"/>
            <a:ext cx="3813175" cy="4530725"/>
          </a:xfrm>
          <a:prstGeom prst="rect">
            <a:avLst/>
          </a:prstGeom>
          <a:noFill/>
          <a:ln>
            <a:noFill/>
          </a:ln>
        </p:spPr>
        <p:txBody>
          <a:bodyPr spcFirstLastPara="1" wrap="square" lIns="91425" tIns="45700" rIns="91425" bIns="45700" anchor="t" anchorCtr="0">
            <a:normAutofit/>
          </a:bodyPr>
          <a:lstStyle/>
          <a:p>
            <a:pPr marL="342900" lvl="0" indent="-190500" algn="l" rtl="0">
              <a:lnSpc>
                <a:spcPct val="100000"/>
              </a:lnSpc>
              <a:spcBef>
                <a:spcPts val="0"/>
              </a:spcBef>
              <a:spcAft>
                <a:spcPts val="0"/>
              </a:spcAft>
              <a:buClr>
                <a:schemeClr val="dk1"/>
              </a:buClr>
              <a:buSzPts val="2400"/>
              <a:buNone/>
            </a:pPr>
            <a:endParaRPr sz="2400"/>
          </a:p>
          <a:p>
            <a:pPr marL="342900" lvl="0" indent="-190500" algn="l" rtl="0">
              <a:lnSpc>
                <a:spcPct val="100000"/>
              </a:lnSpc>
              <a:spcBef>
                <a:spcPts val="480"/>
              </a:spcBef>
              <a:spcAft>
                <a:spcPts val="0"/>
              </a:spcAft>
              <a:buClr>
                <a:schemeClr val="dk1"/>
              </a:buClr>
              <a:buSzPts val="2400"/>
              <a:buNone/>
            </a:pPr>
            <a:endParaRPr sz="2400"/>
          </a:p>
        </p:txBody>
      </p:sp>
      <p:sp>
        <p:nvSpPr>
          <p:cNvPr id="618" name="Google Shape;618;p65"/>
          <p:cNvSpPr/>
          <p:nvPr/>
        </p:nvSpPr>
        <p:spPr>
          <a:xfrm>
            <a:off x="1403350" y="3105150"/>
            <a:ext cx="2089150" cy="503238"/>
          </a:xfrm>
          <a:prstGeom prst="ellipse">
            <a:avLst/>
          </a:prstGeom>
          <a:noFill/>
          <a:ln w="12700" cap="sq"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619" name="Google Shape;619;p65"/>
          <p:cNvGrpSpPr/>
          <p:nvPr/>
        </p:nvGrpSpPr>
        <p:grpSpPr>
          <a:xfrm>
            <a:off x="410899" y="2047875"/>
            <a:ext cx="8643629" cy="3133016"/>
            <a:chOff x="528" y="1296"/>
            <a:chExt cx="5046" cy="1829"/>
          </a:xfrm>
        </p:grpSpPr>
        <p:sp>
          <p:nvSpPr>
            <p:cNvPr id="620" name="Google Shape;620;p65"/>
            <p:cNvSpPr/>
            <p:nvPr/>
          </p:nvSpPr>
          <p:spPr>
            <a:xfrm>
              <a:off x="528" y="1296"/>
              <a:ext cx="5040" cy="1822"/>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621" name="Google Shape;621;p65"/>
            <p:cNvPicPr preferRelativeResize="0"/>
            <p:nvPr/>
          </p:nvPicPr>
          <p:blipFill rotWithShape="1">
            <a:blip r:embed="rId3">
              <a:alphaModFix/>
            </a:blip>
            <a:srcRect/>
            <a:stretch/>
          </p:blipFill>
          <p:spPr>
            <a:xfrm>
              <a:off x="528" y="1296"/>
              <a:ext cx="5046" cy="1829"/>
            </a:xfrm>
            <a:prstGeom prst="rect">
              <a:avLst/>
            </a:prstGeom>
            <a:noFill/>
            <a:ln>
              <a:noFill/>
            </a:ln>
          </p:spPr>
        </p:pic>
      </p:gr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Shape 625"/>
        <p:cNvGrpSpPr/>
        <p:nvPr/>
      </p:nvGrpSpPr>
      <p:grpSpPr>
        <a:xfrm>
          <a:off x="0" y="0"/>
          <a:ext cx="0" cy="0"/>
          <a:chOff x="0" y="0"/>
          <a:chExt cx="0" cy="0"/>
        </a:xfrm>
      </p:grpSpPr>
      <p:sp>
        <p:nvSpPr>
          <p:cNvPr id="626" name="Google Shape;626;p6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Existential Quantification</a:t>
            </a:r>
            <a:endParaRPr/>
          </a:p>
        </p:txBody>
      </p:sp>
      <p:grpSp>
        <p:nvGrpSpPr>
          <p:cNvPr id="627" name="Google Shape;627;p66"/>
          <p:cNvGrpSpPr/>
          <p:nvPr/>
        </p:nvGrpSpPr>
        <p:grpSpPr>
          <a:xfrm>
            <a:off x="1371600" y="1676400"/>
            <a:ext cx="7434812" cy="3988641"/>
            <a:chOff x="765" y="1300"/>
            <a:chExt cx="4235" cy="2272"/>
          </a:xfrm>
        </p:grpSpPr>
        <p:sp>
          <p:nvSpPr>
            <p:cNvPr id="628" name="Google Shape;628;p66"/>
            <p:cNvSpPr/>
            <p:nvPr/>
          </p:nvSpPr>
          <p:spPr>
            <a:xfrm>
              <a:off x="765" y="1300"/>
              <a:ext cx="4230" cy="226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629" name="Google Shape;629;p66"/>
            <p:cNvPicPr preferRelativeResize="0"/>
            <p:nvPr/>
          </p:nvPicPr>
          <p:blipFill rotWithShape="1">
            <a:blip r:embed="rId3">
              <a:alphaModFix/>
            </a:blip>
            <a:srcRect/>
            <a:stretch/>
          </p:blipFill>
          <p:spPr>
            <a:xfrm>
              <a:off x="765" y="1300"/>
              <a:ext cx="4235" cy="2272"/>
            </a:xfrm>
            <a:prstGeom prst="rect">
              <a:avLst/>
            </a:prstGeom>
            <a:noFill/>
            <a:ln>
              <a:noFill/>
            </a:ln>
          </p:spPr>
        </p:pic>
      </p:grpSp>
      <p:sp>
        <p:nvSpPr>
          <p:cNvPr id="630" name="Google Shape;630;p66"/>
          <p:cNvSpPr/>
          <p:nvPr/>
        </p:nvSpPr>
        <p:spPr>
          <a:xfrm>
            <a:off x="1066800" y="5715000"/>
            <a:ext cx="2819400" cy="685800"/>
          </a:xfrm>
          <a:custGeom>
            <a:avLst/>
            <a:gdLst/>
            <a:ahLst/>
            <a:cxnLst/>
            <a:rect l="l" t="t" r="r" b="b"/>
            <a:pathLst>
              <a:path w="120000" h="120000" extrusionOk="0">
                <a:moveTo>
                  <a:pt x="0" y="0"/>
                </a:moveTo>
                <a:lnTo>
                  <a:pt x="120000" y="0"/>
                </a:lnTo>
                <a:lnTo>
                  <a:pt x="120000" y="120000"/>
                </a:lnTo>
                <a:lnTo>
                  <a:pt x="0" y="120000"/>
                </a:lnTo>
                <a:close/>
              </a:path>
              <a:path w="120000" h="120000" fill="none" extrusionOk="0">
                <a:moveTo>
                  <a:pt x="-390" y="63982"/>
                </a:moveTo>
                <a:lnTo>
                  <a:pt x="-25285" y="-68364"/>
                </a:lnTo>
                <a:lnTo>
                  <a:pt x="33850" y="-212654"/>
                </a:lnTo>
              </a:path>
            </a:pathLst>
          </a:cu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Disjunction means OR</a:t>
            </a: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Shape 634"/>
        <p:cNvGrpSpPr/>
        <p:nvPr/>
      </p:nvGrpSpPr>
      <p:grpSpPr>
        <a:xfrm>
          <a:off x="0" y="0"/>
          <a:ext cx="0" cy="0"/>
          <a:chOff x="0" y="0"/>
          <a:chExt cx="0" cy="0"/>
        </a:xfrm>
      </p:grpSpPr>
      <p:sp>
        <p:nvSpPr>
          <p:cNvPr id="635" name="Google Shape;635;p6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Example</a:t>
            </a:r>
            <a:endParaRPr/>
          </a:p>
        </p:txBody>
      </p:sp>
      <p:grpSp>
        <p:nvGrpSpPr>
          <p:cNvPr id="636" name="Google Shape;636;p67"/>
          <p:cNvGrpSpPr/>
          <p:nvPr/>
        </p:nvGrpSpPr>
        <p:grpSpPr>
          <a:xfrm>
            <a:off x="609600" y="2743200"/>
            <a:ext cx="8187146" cy="1954870"/>
            <a:chOff x="1513" y="2109"/>
            <a:chExt cx="2739" cy="654"/>
          </a:xfrm>
        </p:grpSpPr>
        <p:sp>
          <p:nvSpPr>
            <p:cNvPr id="637" name="Google Shape;637;p67"/>
            <p:cNvSpPr/>
            <p:nvPr/>
          </p:nvSpPr>
          <p:spPr>
            <a:xfrm>
              <a:off x="1513" y="2109"/>
              <a:ext cx="2734" cy="64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638" name="Google Shape;638;p67"/>
            <p:cNvPicPr preferRelativeResize="0"/>
            <p:nvPr/>
          </p:nvPicPr>
          <p:blipFill rotWithShape="1">
            <a:blip r:embed="rId3">
              <a:alphaModFix/>
            </a:blip>
            <a:srcRect/>
            <a:stretch/>
          </p:blipFill>
          <p:spPr>
            <a:xfrm>
              <a:off x="1513" y="2109"/>
              <a:ext cx="2739" cy="654"/>
            </a:xfrm>
            <a:prstGeom prst="rect">
              <a:avLst/>
            </a:prstGeom>
            <a:noFill/>
            <a:ln>
              <a:noFill/>
            </a:ln>
          </p:spPr>
        </p:pic>
      </p:gr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Shape 642"/>
        <p:cNvGrpSpPr/>
        <p:nvPr/>
      </p:nvGrpSpPr>
      <p:grpSpPr>
        <a:xfrm>
          <a:off x="0" y="0"/>
          <a:ext cx="0" cy="0"/>
          <a:chOff x="0" y="0"/>
          <a:chExt cx="0" cy="0"/>
        </a:xfrm>
      </p:grpSpPr>
      <p:sp>
        <p:nvSpPr>
          <p:cNvPr id="643" name="Google Shape;643;p6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Example</a:t>
            </a:r>
            <a:endParaRPr/>
          </a:p>
        </p:txBody>
      </p:sp>
      <p:grpSp>
        <p:nvGrpSpPr>
          <p:cNvPr id="644" name="Google Shape;644;p68"/>
          <p:cNvGrpSpPr/>
          <p:nvPr/>
        </p:nvGrpSpPr>
        <p:grpSpPr>
          <a:xfrm>
            <a:off x="237373" y="2362200"/>
            <a:ext cx="8679025" cy="2665659"/>
            <a:chOff x="662" y="1754"/>
            <a:chExt cx="4441" cy="1364"/>
          </a:xfrm>
        </p:grpSpPr>
        <p:sp>
          <p:nvSpPr>
            <p:cNvPr id="645" name="Google Shape;645;p68"/>
            <p:cNvSpPr/>
            <p:nvPr/>
          </p:nvSpPr>
          <p:spPr>
            <a:xfrm>
              <a:off x="662" y="1754"/>
              <a:ext cx="4436" cy="135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646" name="Google Shape;646;p68"/>
            <p:cNvPicPr preferRelativeResize="0"/>
            <p:nvPr/>
          </p:nvPicPr>
          <p:blipFill rotWithShape="1">
            <a:blip r:embed="rId3">
              <a:alphaModFix/>
            </a:blip>
            <a:srcRect/>
            <a:stretch/>
          </p:blipFill>
          <p:spPr>
            <a:xfrm>
              <a:off x="662" y="1754"/>
              <a:ext cx="4441" cy="1364"/>
            </a:xfrm>
            <a:prstGeom prst="rect">
              <a:avLst/>
            </a:prstGeom>
            <a:noFill/>
            <a:ln>
              <a:noFill/>
            </a:ln>
          </p:spPr>
        </p:pic>
      </p:grpSp>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Shape 650"/>
        <p:cNvGrpSpPr/>
        <p:nvPr/>
      </p:nvGrpSpPr>
      <p:grpSpPr>
        <a:xfrm>
          <a:off x="0" y="0"/>
          <a:ext cx="0" cy="0"/>
          <a:chOff x="0" y="0"/>
          <a:chExt cx="0" cy="0"/>
        </a:xfrm>
      </p:grpSpPr>
      <p:sp>
        <p:nvSpPr>
          <p:cNvPr id="651" name="Google Shape;651;p6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Properties of Quantifiers</a:t>
            </a:r>
            <a:endParaRPr/>
          </a:p>
        </p:txBody>
      </p:sp>
      <p:sp>
        <p:nvSpPr>
          <p:cNvPr id="652" name="Google Shape;652;p69"/>
          <p:cNvSpPr txBox="1"/>
          <p:nvPr/>
        </p:nvSpPr>
        <p:spPr>
          <a:xfrm>
            <a:off x="4648200" y="3785620"/>
            <a:ext cx="1828800" cy="36671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r>
              <a:rPr lang="en-US" sz="1800" b="0" i="0" u="none" strike="noStrike" cap="none">
                <a:solidFill>
                  <a:schemeClr val="dk1"/>
                </a:solidFill>
                <a:latin typeface="Verdana"/>
                <a:ea typeface="Verdana"/>
                <a:cs typeface="Verdana"/>
                <a:sym typeface="Verdana"/>
              </a:rPr>
              <a:t>????</a:t>
            </a:r>
            <a:endParaRPr sz="1400" b="0" i="0" u="none" strike="noStrike" cap="none">
              <a:solidFill>
                <a:srgbClr val="000000"/>
              </a:solidFill>
              <a:latin typeface="Arial"/>
              <a:ea typeface="Arial"/>
              <a:cs typeface="Arial"/>
              <a:sym typeface="Arial"/>
            </a:endParaRPr>
          </a:p>
        </p:txBody>
      </p:sp>
      <p:grpSp>
        <p:nvGrpSpPr>
          <p:cNvPr id="653" name="Google Shape;653;p69"/>
          <p:cNvGrpSpPr/>
          <p:nvPr/>
        </p:nvGrpSpPr>
        <p:grpSpPr>
          <a:xfrm>
            <a:off x="1370507" y="2057400"/>
            <a:ext cx="6412641" cy="3437068"/>
            <a:chOff x="1222" y="1546"/>
            <a:chExt cx="3321" cy="1780"/>
          </a:xfrm>
        </p:grpSpPr>
        <p:sp>
          <p:nvSpPr>
            <p:cNvPr id="654" name="Google Shape;654;p69"/>
            <p:cNvSpPr/>
            <p:nvPr/>
          </p:nvSpPr>
          <p:spPr>
            <a:xfrm>
              <a:off x="1222" y="1546"/>
              <a:ext cx="3316" cy="1775"/>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655" name="Google Shape;655;p69"/>
            <p:cNvPicPr preferRelativeResize="0"/>
            <p:nvPr/>
          </p:nvPicPr>
          <p:blipFill rotWithShape="1">
            <a:blip r:embed="rId3">
              <a:alphaModFix/>
            </a:blip>
            <a:srcRect/>
            <a:stretch/>
          </p:blipFill>
          <p:spPr>
            <a:xfrm>
              <a:off x="1222" y="1546"/>
              <a:ext cx="3321" cy="1780"/>
            </a:xfrm>
            <a:prstGeom prst="rect">
              <a:avLst/>
            </a:prstGeom>
            <a:noFill/>
            <a:ln>
              <a:noFill/>
            </a:ln>
          </p:spPr>
        </p:pic>
      </p:grpSp>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Shape 659"/>
        <p:cNvGrpSpPr/>
        <p:nvPr/>
      </p:nvGrpSpPr>
      <p:grpSpPr>
        <a:xfrm>
          <a:off x="0" y="0"/>
          <a:ext cx="0" cy="0"/>
          <a:chOff x="0" y="0"/>
          <a:chExt cx="0" cy="0"/>
        </a:xfrm>
      </p:grpSpPr>
      <p:sp>
        <p:nvSpPr>
          <p:cNvPr id="660" name="Google Shape;660;p7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Properties of Quantifiers</a:t>
            </a:r>
            <a:endParaRPr/>
          </a:p>
        </p:txBody>
      </p:sp>
      <p:grpSp>
        <p:nvGrpSpPr>
          <p:cNvPr id="661" name="Google Shape;661;p70"/>
          <p:cNvGrpSpPr/>
          <p:nvPr/>
        </p:nvGrpSpPr>
        <p:grpSpPr>
          <a:xfrm>
            <a:off x="816538" y="2133600"/>
            <a:ext cx="7520120" cy="3722359"/>
            <a:chOff x="838" y="1424"/>
            <a:chExt cx="4089" cy="2024"/>
          </a:xfrm>
        </p:grpSpPr>
        <p:sp>
          <p:nvSpPr>
            <p:cNvPr id="662" name="Google Shape;662;p70"/>
            <p:cNvSpPr/>
            <p:nvPr/>
          </p:nvSpPr>
          <p:spPr>
            <a:xfrm>
              <a:off x="838" y="1424"/>
              <a:ext cx="4084" cy="201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663" name="Google Shape;663;p70"/>
            <p:cNvPicPr preferRelativeResize="0"/>
            <p:nvPr/>
          </p:nvPicPr>
          <p:blipFill rotWithShape="1">
            <a:blip r:embed="rId3">
              <a:alphaModFix/>
            </a:blip>
            <a:srcRect/>
            <a:stretch/>
          </p:blipFill>
          <p:spPr>
            <a:xfrm>
              <a:off x="838" y="1424"/>
              <a:ext cx="4089" cy="2024"/>
            </a:xfrm>
            <a:prstGeom prst="rect">
              <a:avLst/>
            </a:prstGeom>
            <a:noFill/>
            <a:ln>
              <a:noFill/>
            </a:ln>
          </p:spPr>
        </p:pic>
      </p:grpSp>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Shape 667"/>
        <p:cNvGrpSpPr/>
        <p:nvPr/>
      </p:nvGrpSpPr>
      <p:grpSpPr>
        <a:xfrm>
          <a:off x="0" y="0"/>
          <a:ext cx="0" cy="0"/>
          <a:chOff x="0" y="0"/>
          <a:chExt cx="0" cy="0"/>
        </a:xfrm>
      </p:grpSpPr>
      <p:sp>
        <p:nvSpPr>
          <p:cNvPr id="668" name="Google Shape;668;p71"/>
          <p:cNvSpPr txBox="1">
            <a:spLocks noGrp="1"/>
          </p:cNvSpPr>
          <p:nvPr>
            <p:ph type="title"/>
          </p:nvPr>
        </p:nvSpPr>
        <p:spPr>
          <a:xfrm>
            <a:off x="914400" y="277813"/>
            <a:ext cx="77724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Quantifier Duality</a:t>
            </a:r>
            <a:endParaRPr/>
          </a:p>
        </p:txBody>
      </p:sp>
      <p:sp>
        <p:nvSpPr>
          <p:cNvPr id="669" name="Google Shape;669;p71"/>
          <p:cNvSpPr txBox="1">
            <a:spLocks noGrp="1"/>
          </p:cNvSpPr>
          <p:nvPr>
            <p:ph type="body" idx="1"/>
          </p:nvPr>
        </p:nvSpPr>
        <p:spPr>
          <a:xfrm>
            <a:off x="914400" y="1600200"/>
            <a:ext cx="3813175" cy="4530725"/>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400"/>
              <a:buFont typeface="Noto Sans Symbols"/>
              <a:buNone/>
            </a:pPr>
            <a:r>
              <a:rPr lang="en-US" sz="2400"/>
              <a:t>	</a:t>
            </a:r>
            <a:endParaRPr/>
          </a:p>
        </p:txBody>
      </p:sp>
      <p:sp>
        <p:nvSpPr>
          <p:cNvPr id="670" name="Google Shape;670;p71"/>
          <p:cNvSpPr/>
          <p:nvPr/>
        </p:nvSpPr>
        <p:spPr>
          <a:xfrm>
            <a:off x="880269" y="4387849"/>
            <a:ext cx="7993062" cy="1728788"/>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lt1"/>
                </a:solidFill>
                <a:latin typeface="Calibri"/>
                <a:ea typeface="Calibri"/>
                <a:cs typeface="Calibri"/>
                <a:sym typeface="Calibri"/>
              </a:rPr>
              <a:t>Everyone likes ice cream == Not someone not liking ice cream </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lt1"/>
                </a:solidFill>
                <a:latin typeface="Calibri"/>
                <a:ea typeface="Calibri"/>
                <a:cs typeface="Calibri"/>
                <a:sym typeface="Calibri"/>
              </a:rPr>
              <a:t>(nobody do not like ice cream)</a:t>
            </a:r>
            <a:endParaRPr sz="1400" b="0" i="0" u="none" strike="noStrike" cap="none">
              <a:solidFill>
                <a:srgbClr val="000000"/>
              </a:solidFill>
              <a:latin typeface="Arial"/>
              <a:ea typeface="Arial"/>
              <a:cs typeface="Arial"/>
              <a:sym typeface="Arial"/>
            </a:endParaRPr>
          </a:p>
          <a:p>
            <a:pPr marL="0" marR="0" lvl="0" indent="0" algn="ctr" rtl="0">
              <a:lnSpc>
                <a:spcPct val="100000"/>
              </a:lnSpc>
              <a:spcBef>
                <a:spcPts val="0"/>
              </a:spcBef>
              <a:spcAft>
                <a:spcPts val="0"/>
              </a:spcAft>
              <a:buClr>
                <a:srgbClr val="000000"/>
              </a:buClr>
              <a:buSzPts val="2000"/>
              <a:buFont typeface="Arial"/>
              <a:buNone/>
            </a:pPr>
            <a:endParaRPr sz="2000" b="0" i="0" u="none" strike="noStrike" cap="none">
              <a:solidFill>
                <a:schemeClr val="lt1"/>
              </a:solidFill>
              <a:latin typeface="Calibri"/>
              <a:ea typeface="Calibri"/>
              <a:cs typeface="Calibri"/>
              <a:sym typeface="Calibri"/>
            </a:endParaRPr>
          </a:p>
          <a:p>
            <a:pPr marL="0" marR="0" lvl="0" indent="0" algn="ctr" rtl="0">
              <a:lnSpc>
                <a:spcPct val="100000"/>
              </a:lnSpc>
              <a:spcBef>
                <a:spcPts val="0"/>
              </a:spcBef>
              <a:spcAft>
                <a:spcPts val="0"/>
              </a:spcAft>
              <a:buClr>
                <a:srgbClr val="000000"/>
              </a:buClr>
              <a:buSzPts val="2000"/>
              <a:buFont typeface="Arial"/>
              <a:buNone/>
            </a:pPr>
            <a:r>
              <a:rPr lang="en-US" sz="2000" b="0" i="0" u="none" strike="noStrike" cap="none">
                <a:solidFill>
                  <a:schemeClr val="lt1"/>
                </a:solidFill>
                <a:latin typeface="Calibri"/>
                <a:ea typeface="Calibri"/>
                <a:cs typeface="Calibri"/>
                <a:sym typeface="Calibri"/>
              </a:rPr>
              <a:t>Someone like broccoli == Not everyone not liking broccoli</a:t>
            </a:r>
            <a:endParaRPr sz="1400" b="0" i="0" u="none" strike="noStrike" cap="none">
              <a:solidFill>
                <a:srgbClr val="000000"/>
              </a:solidFill>
              <a:latin typeface="Arial"/>
              <a:ea typeface="Arial"/>
              <a:cs typeface="Arial"/>
              <a:sym typeface="Arial"/>
            </a:endParaRPr>
          </a:p>
        </p:txBody>
      </p:sp>
      <p:grpSp>
        <p:nvGrpSpPr>
          <p:cNvPr id="671" name="Google Shape;671;p71"/>
          <p:cNvGrpSpPr/>
          <p:nvPr/>
        </p:nvGrpSpPr>
        <p:grpSpPr>
          <a:xfrm>
            <a:off x="914400" y="1752600"/>
            <a:ext cx="7934325" cy="2678113"/>
            <a:chOff x="576" y="1104"/>
            <a:chExt cx="4998" cy="1687"/>
          </a:xfrm>
        </p:grpSpPr>
        <p:sp>
          <p:nvSpPr>
            <p:cNvPr id="672" name="Google Shape;672;p71"/>
            <p:cNvSpPr/>
            <p:nvPr/>
          </p:nvSpPr>
          <p:spPr>
            <a:xfrm>
              <a:off x="576" y="1104"/>
              <a:ext cx="4992" cy="168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673" name="Google Shape;673;p71"/>
            <p:cNvPicPr preferRelativeResize="0"/>
            <p:nvPr/>
          </p:nvPicPr>
          <p:blipFill rotWithShape="1">
            <a:blip r:embed="rId3">
              <a:alphaModFix/>
            </a:blip>
            <a:srcRect/>
            <a:stretch/>
          </p:blipFill>
          <p:spPr>
            <a:xfrm>
              <a:off x="576" y="1104"/>
              <a:ext cx="4998" cy="1687"/>
            </a:xfrm>
            <a:prstGeom prst="rect">
              <a:avLst/>
            </a:prstGeom>
            <a:noFill/>
            <a:ln>
              <a:noFill/>
            </a:ln>
          </p:spPr>
        </p:pic>
      </p:gr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Shape 677"/>
        <p:cNvGrpSpPr/>
        <p:nvPr/>
      </p:nvGrpSpPr>
      <p:grpSpPr>
        <a:xfrm>
          <a:off x="0" y="0"/>
          <a:ext cx="0" cy="0"/>
          <a:chOff x="0" y="0"/>
          <a:chExt cx="0" cy="0"/>
        </a:xfrm>
      </p:grpSpPr>
      <p:sp>
        <p:nvSpPr>
          <p:cNvPr id="678" name="Google Shape;678;p72"/>
          <p:cNvSpPr txBox="1">
            <a:spLocks noGrp="1"/>
          </p:cNvSpPr>
          <p:nvPr>
            <p:ph type="title"/>
          </p:nvPr>
        </p:nvSpPr>
        <p:spPr>
          <a:xfrm>
            <a:off x="914400" y="277813"/>
            <a:ext cx="77724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3600"/>
              <a:buFont typeface="Calibri"/>
              <a:buNone/>
            </a:pPr>
            <a:r>
              <a:rPr lang="en-US" sz="3600"/>
              <a:t>How to read quantified formulas</a:t>
            </a:r>
            <a:endParaRPr sz="3600"/>
          </a:p>
        </p:txBody>
      </p:sp>
      <p:sp>
        <p:nvSpPr>
          <p:cNvPr id="679" name="Google Shape;679;p72"/>
          <p:cNvSpPr txBox="1">
            <a:spLocks noGrp="1"/>
          </p:cNvSpPr>
          <p:nvPr>
            <p:ph type="body" idx="1"/>
          </p:nvPr>
        </p:nvSpPr>
        <p:spPr>
          <a:xfrm>
            <a:off x="914400" y="1600200"/>
            <a:ext cx="7797800" cy="4530725"/>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100000"/>
              </a:lnSpc>
              <a:spcBef>
                <a:spcPts val="0"/>
              </a:spcBef>
              <a:spcAft>
                <a:spcPts val="0"/>
              </a:spcAft>
              <a:buClr>
                <a:schemeClr val="dk1"/>
              </a:buClr>
              <a:buSzPts val="1600"/>
              <a:buChar char="•"/>
            </a:pPr>
            <a:r>
              <a:rPr lang="en-US" sz="1600"/>
              <a:t>When reading quantified formulas in English, </a:t>
            </a:r>
            <a:r>
              <a:rPr lang="en-US" sz="1600" b="1">
                <a:solidFill>
                  <a:srgbClr val="FF0000"/>
                </a:solidFill>
              </a:rPr>
              <a:t>read them from left to right</a:t>
            </a:r>
            <a:r>
              <a:rPr lang="en-US" sz="1600" b="1"/>
              <a:t>.</a:t>
            </a:r>
            <a:r>
              <a:rPr lang="en-US" sz="1600"/>
              <a:t> </a:t>
            </a:r>
            <a:r>
              <a:rPr lang="en-US" sz="1600">
                <a:latin typeface="Arial"/>
                <a:ea typeface="Arial"/>
                <a:cs typeface="Arial"/>
                <a:sym typeface="Arial"/>
              </a:rPr>
              <a:t>∀</a:t>
            </a:r>
            <a:r>
              <a:rPr lang="en-US" sz="1600" b="1" i="1"/>
              <a:t>x</a:t>
            </a:r>
            <a:r>
              <a:rPr lang="en-US" sz="1600"/>
              <a:t> can be read as "for every object </a:t>
            </a:r>
            <a:r>
              <a:rPr lang="en-US" sz="1600" b="1" i="1"/>
              <a:t>x</a:t>
            </a:r>
            <a:r>
              <a:rPr lang="en-US" sz="1600"/>
              <a:t> in the universe the following holds" and </a:t>
            </a:r>
            <a:r>
              <a:rPr lang="en-US" sz="1600">
                <a:latin typeface="Arial"/>
                <a:ea typeface="Arial"/>
                <a:cs typeface="Arial"/>
                <a:sym typeface="Arial"/>
              </a:rPr>
              <a:t>∃</a:t>
            </a:r>
            <a:r>
              <a:rPr lang="en-US" sz="1600" b="1" i="1"/>
              <a:t>x</a:t>
            </a:r>
            <a:r>
              <a:rPr lang="en-US" sz="1600"/>
              <a:t> can be read as "there exists an object </a:t>
            </a:r>
            <a:r>
              <a:rPr lang="en-US" sz="1600" b="1" i="1"/>
              <a:t>x</a:t>
            </a:r>
            <a:r>
              <a:rPr lang="en-US" sz="1600"/>
              <a:t> in the universe which satisfies the following" or "for some object </a:t>
            </a:r>
            <a:r>
              <a:rPr lang="en-US" sz="1600" b="1" i="1"/>
              <a:t>x </a:t>
            </a:r>
            <a:r>
              <a:rPr lang="en-US" sz="1600"/>
              <a:t>in the universe the following holds". </a:t>
            </a:r>
            <a:endParaRPr/>
          </a:p>
          <a:p>
            <a:pPr marL="342900" lvl="0" indent="-342900" algn="l" rtl="0">
              <a:lnSpc>
                <a:spcPct val="100000"/>
              </a:lnSpc>
              <a:spcBef>
                <a:spcPts val="320"/>
              </a:spcBef>
              <a:spcAft>
                <a:spcPts val="0"/>
              </a:spcAft>
              <a:buClr>
                <a:schemeClr val="dk1"/>
              </a:buClr>
              <a:buSzPts val="1600"/>
              <a:buChar char="•"/>
            </a:pPr>
            <a:r>
              <a:rPr lang="en-US" sz="1600"/>
              <a:t>For example, let the universe be the set of airplanes and let </a:t>
            </a:r>
            <a:r>
              <a:rPr lang="en-US" sz="1600" b="1" i="1"/>
              <a:t>F</a:t>
            </a:r>
            <a:r>
              <a:rPr lang="en-US" sz="1600" b="1"/>
              <a:t>(</a:t>
            </a:r>
            <a:r>
              <a:rPr lang="en-US" sz="1600" b="1" i="1"/>
              <a:t>x, y</a:t>
            </a:r>
            <a:r>
              <a:rPr lang="en-US" sz="1600" b="1"/>
              <a:t>)</a:t>
            </a:r>
            <a:r>
              <a:rPr lang="en-US" sz="1600"/>
              <a:t> denote "</a:t>
            </a:r>
            <a:r>
              <a:rPr lang="en-US" sz="1600" b="1" i="1"/>
              <a:t>x</a:t>
            </a:r>
            <a:r>
              <a:rPr lang="en-US" sz="1600"/>
              <a:t> flies faster than </a:t>
            </a:r>
            <a:r>
              <a:rPr lang="en-US" sz="1600" b="1" i="1"/>
              <a:t>y</a:t>
            </a:r>
            <a:r>
              <a:rPr lang="en-US" sz="1600"/>
              <a:t>". Then </a:t>
            </a:r>
            <a:endParaRPr/>
          </a:p>
          <a:p>
            <a:pPr marL="342900" lvl="0" indent="-342900" algn="l" rtl="0">
              <a:lnSpc>
                <a:spcPct val="100000"/>
              </a:lnSpc>
              <a:spcBef>
                <a:spcPts val="320"/>
              </a:spcBef>
              <a:spcAft>
                <a:spcPts val="0"/>
              </a:spcAft>
              <a:buClr>
                <a:schemeClr val="dk1"/>
              </a:buClr>
              <a:buSzPts val="1600"/>
              <a:buChar char="•"/>
            </a:pPr>
            <a:r>
              <a:rPr lang="en-US" sz="1600">
                <a:latin typeface="Arial"/>
                <a:ea typeface="Arial"/>
                <a:cs typeface="Arial"/>
                <a:sym typeface="Arial"/>
              </a:rPr>
              <a:t>∀</a:t>
            </a:r>
            <a:r>
              <a:rPr lang="en-US" sz="1600" b="1" i="1"/>
              <a:t>x</a:t>
            </a:r>
            <a:r>
              <a:rPr lang="en-US" sz="1600">
                <a:latin typeface="Arial"/>
                <a:ea typeface="Arial"/>
                <a:cs typeface="Arial"/>
                <a:sym typeface="Arial"/>
              </a:rPr>
              <a:t> ∀</a:t>
            </a:r>
            <a:r>
              <a:rPr lang="en-US" sz="1600" b="1" i="1"/>
              <a:t>y</a:t>
            </a:r>
            <a:r>
              <a:rPr lang="en-US" sz="1600" b="1"/>
              <a:t> </a:t>
            </a:r>
            <a:r>
              <a:rPr lang="en-US" sz="1600" b="1" i="1"/>
              <a:t>F</a:t>
            </a:r>
            <a:r>
              <a:rPr lang="en-US" sz="1600" b="1"/>
              <a:t>(</a:t>
            </a:r>
            <a:r>
              <a:rPr lang="en-US" sz="1600" b="1" i="1"/>
              <a:t>x, y</a:t>
            </a:r>
            <a:r>
              <a:rPr lang="en-US" sz="1600" b="1"/>
              <a:t>)</a:t>
            </a:r>
            <a:r>
              <a:rPr lang="en-US" sz="1600"/>
              <a:t> can be translated initially as "For every airplane </a:t>
            </a:r>
            <a:r>
              <a:rPr lang="en-US" sz="1600" b="1" i="1"/>
              <a:t>x</a:t>
            </a:r>
            <a:r>
              <a:rPr lang="en-US" sz="1600"/>
              <a:t> the following holds: </a:t>
            </a:r>
            <a:r>
              <a:rPr lang="en-US" sz="1600" b="1" i="1"/>
              <a:t>x</a:t>
            </a:r>
            <a:r>
              <a:rPr lang="en-US" sz="1600"/>
              <a:t> is faster than every (any) airplane </a:t>
            </a:r>
            <a:r>
              <a:rPr lang="en-US" sz="1600" b="1" i="1"/>
              <a:t>y</a:t>
            </a:r>
            <a:r>
              <a:rPr lang="en-US" sz="1600"/>
              <a:t>". In simpler English it means "Every airplane is faster than every airplane (including itself !)". </a:t>
            </a:r>
            <a:endParaRPr/>
          </a:p>
          <a:p>
            <a:pPr marL="342900" lvl="0" indent="-342900" algn="l" rtl="0">
              <a:lnSpc>
                <a:spcPct val="100000"/>
              </a:lnSpc>
              <a:spcBef>
                <a:spcPts val="320"/>
              </a:spcBef>
              <a:spcAft>
                <a:spcPts val="0"/>
              </a:spcAft>
              <a:buClr>
                <a:schemeClr val="dk1"/>
              </a:buClr>
              <a:buSzPts val="1600"/>
              <a:buChar char="•"/>
            </a:pPr>
            <a:r>
              <a:rPr lang="en-US" sz="1600">
                <a:latin typeface="Arial"/>
                <a:ea typeface="Arial"/>
                <a:cs typeface="Arial"/>
                <a:sym typeface="Arial"/>
              </a:rPr>
              <a:t>∀</a:t>
            </a:r>
            <a:r>
              <a:rPr lang="en-US" sz="1600" b="1" i="1"/>
              <a:t>x</a:t>
            </a:r>
            <a:r>
              <a:rPr lang="en-US" sz="1600"/>
              <a:t> </a:t>
            </a:r>
            <a:r>
              <a:rPr lang="en-US" sz="1600">
                <a:latin typeface="Arial"/>
                <a:ea typeface="Arial"/>
                <a:cs typeface="Arial"/>
                <a:sym typeface="Arial"/>
              </a:rPr>
              <a:t>∃</a:t>
            </a:r>
            <a:r>
              <a:rPr lang="en-US" sz="1600" b="1" i="1"/>
              <a:t>y</a:t>
            </a:r>
            <a:r>
              <a:rPr lang="en-US" sz="1600" b="1"/>
              <a:t> </a:t>
            </a:r>
            <a:r>
              <a:rPr lang="en-US" sz="1600" b="1" i="1"/>
              <a:t>F</a:t>
            </a:r>
            <a:r>
              <a:rPr lang="en-US" sz="1600" b="1"/>
              <a:t>(</a:t>
            </a:r>
            <a:r>
              <a:rPr lang="en-US" sz="1600" b="1" i="1"/>
              <a:t>x, y</a:t>
            </a:r>
            <a:r>
              <a:rPr lang="en-US" sz="1600" b="1"/>
              <a:t>)</a:t>
            </a:r>
            <a:r>
              <a:rPr lang="en-US" sz="1600"/>
              <a:t> can be read initially as "For every airplane </a:t>
            </a:r>
            <a:r>
              <a:rPr lang="en-US" sz="1600" b="1" i="1"/>
              <a:t>x</a:t>
            </a:r>
            <a:r>
              <a:rPr lang="en-US" sz="1600"/>
              <a:t> the following holds: for some airplane </a:t>
            </a:r>
            <a:r>
              <a:rPr lang="en-US" sz="1600" b="1" i="1"/>
              <a:t>y</a:t>
            </a:r>
            <a:r>
              <a:rPr lang="en-US" sz="1600"/>
              <a:t>, </a:t>
            </a:r>
            <a:r>
              <a:rPr lang="en-US" sz="1600" b="1" i="1"/>
              <a:t>x</a:t>
            </a:r>
            <a:r>
              <a:rPr lang="en-US" sz="1600"/>
              <a:t> is faster than </a:t>
            </a:r>
            <a:r>
              <a:rPr lang="en-US" sz="1600" b="1" i="1"/>
              <a:t>y</a:t>
            </a:r>
            <a:r>
              <a:rPr lang="en-US" sz="1600"/>
              <a:t>". In simpler English it means "Every airplane is faster than some airplane". </a:t>
            </a:r>
            <a:endParaRPr/>
          </a:p>
          <a:p>
            <a:pPr marL="342900" lvl="0" indent="-342900" algn="l" rtl="0">
              <a:lnSpc>
                <a:spcPct val="100000"/>
              </a:lnSpc>
              <a:spcBef>
                <a:spcPts val="320"/>
              </a:spcBef>
              <a:spcAft>
                <a:spcPts val="0"/>
              </a:spcAft>
              <a:buClr>
                <a:schemeClr val="dk1"/>
              </a:buClr>
              <a:buSzPts val="1600"/>
              <a:buChar char="•"/>
            </a:pPr>
            <a:r>
              <a:rPr lang="en-US" sz="1600">
                <a:latin typeface="Arial"/>
                <a:ea typeface="Arial"/>
                <a:cs typeface="Arial"/>
                <a:sym typeface="Arial"/>
              </a:rPr>
              <a:t>∃</a:t>
            </a:r>
            <a:r>
              <a:rPr lang="en-US" sz="1600" b="1" i="1"/>
              <a:t>x</a:t>
            </a:r>
            <a:r>
              <a:rPr lang="en-US" sz="1600">
                <a:latin typeface="Arial"/>
                <a:ea typeface="Arial"/>
                <a:cs typeface="Arial"/>
                <a:sym typeface="Arial"/>
              </a:rPr>
              <a:t> ∀</a:t>
            </a:r>
            <a:r>
              <a:rPr lang="en-US" sz="1600" b="1" i="1"/>
              <a:t>y</a:t>
            </a:r>
            <a:r>
              <a:rPr lang="en-US" sz="1600" b="1"/>
              <a:t> </a:t>
            </a:r>
            <a:r>
              <a:rPr lang="en-US" sz="1600" b="1" i="1"/>
              <a:t>F</a:t>
            </a:r>
            <a:r>
              <a:rPr lang="en-US" sz="1600" b="1"/>
              <a:t>(</a:t>
            </a:r>
            <a:r>
              <a:rPr lang="en-US" sz="1600" b="1" i="1"/>
              <a:t>x, y</a:t>
            </a:r>
            <a:r>
              <a:rPr lang="en-US" sz="1600" b="1"/>
              <a:t>)</a:t>
            </a:r>
            <a:r>
              <a:rPr lang="en-US" sz="1600"/>
              <a:t> represents "There exist an airplane </a:t>
            </a:r>
            <a:r>
              <a:rPr lang="en-US" sz="1600" b="1" i="1"/>
              <a:t>x</a:t>
            </a:r>
            <a:r>
              <a:rPr lang="en-US" sz="1600"/>
              <a:t> which satisfies the following: (or such that) for every airplane </a:t>
            </a:r>
            <a:r>
              <a:rPr lang="en-US" sz="1600" b="1" i="1"/>
              <a:t>y</a:t>
            </a:r>
            <a:r>
              <a:rPr lang="en-US" sz="1600"/>
              <a:t>, </a:t>
            </a:r>
            <a:r>
              <a:rPr lang="en-US" sz="1600" b="1" i="1"/>
              <a:t>x</a:t>
            </a:r>
            <a:r>
              <a:rPr lang="en-US" sz="1600"/>
              <a:t> is faster than </a:t>
            </a:r>
            <a:r>
              <a:rPr lang="en-US" sz="1600" b="1" i="1"/>
              <a:t>y</a:t>
            </a:r>
            <a:r>
              <a:rPr lang="en-US" sz="1600"/>
              <a:t>". In simpler English it says "There is an airplane which is faster than every airplane" or "Some airplane is faster than every airplane". </a:t>
            </a:r>
            <a:endParaRPr/>
          </a:p>
          <a:p>
            <a:pPr marL="342900" lvl="0" indent="-342900" algn="l" rtl="0">
              <a:lnSpc>
                <a:spcPct val="100000"/>
              </a:lnSpc>
              <a:spcBef>
                <a:spcPts val="320"/>
              </a:spcBef>
              <a:spcAft>
                <a:spcPts val="0"/>
              </a:spcAft>
              <a:buClr>
                <a:schemeClr val="dk1"/>
              </a:buClr>
              <a:buSzPts val="1600"/>
              <a:buChar char="•"/>
            </a:pPr>
            <a:r>
              <a:rPr lang="en-US" sz="1600">
                <a:latin typeface="Arial"/>
                <a:ea typeface="Arial"/>
                <a:cs typeface="Arial"/>
                <a:sym typeface="Arial"/>
              </a:rPr>
              <a:t>∃</a:t>
            </a:r>
            <a:r>
              <a:rPr lang="en-US" sz="1600" b="1" i="1"/>
              <a:t>x </a:t>
            </a:r>
            <a:r>
              <a:rPr lang="en-US" sz="1600">
                <a:latin typeface="Arial"/>
                <a:ea typeface="Arial"/>
                <a:cs typeface="Arial"/>
                <a:sym typeface="Arial"/>
              </a:rPr>
              <a:t>∃</a:t>
            </a:r>
            <a:r>
              <a:rPr lang="en-US" sz="1600" b="1" i="1"/>
              <a:t>y</a:t>
            </a:r>
            <a:r>
              <a:rPr lang="en-US" sz="1600" b="1"/>
              <a:t> </a:t>
            </a:r>
            <a:r>
              <a:rPr lang="en-US" sz="1600" b="1" i="1"/>
              <a:t>F</a:t>
            </a:r>
            <a:r>
              <a:rPr lang="en-US" sz="1600" b="1"/>
              <a:t>(</a:t>
            </a:r>
            <a:r>
              <a:rPr lang="en-US" sz="1600" b="1" i="1"/>
              <a:t>x, y</a:t>
            </a:r>
            <a:r>
              <a:rPr lang="en-US" sz="1600" b="1"/>
              <a:t>)</a:t>
            </a:r>
            <a:r>
              <a:rPr lang="en-US" sz="1600"/>
              <a:t> reads "For some airplane </a:t>
            </a:r>
            <a:r>
              <a:rPr lang="en-US" sz="1600" b="1" i="1"/>
              <a:t>x</a:t>
            </a:r>
            <a:r>
              <a:rPr lang="en-US" sz="1600"/>
              <a:t> there exists an airplane </a:t>
            </a:r>
            <a:r>
              <a:rPr lang="en-US" sz="1600" b="1" i="1"/>
              <a:t>y</a:t>
            </a:r>
            <a:r>
              <a:rPr lang="en-US" sz="1600"/>
              <a:t> such that </a:t>
            </a:r>
            <a:r>
              <a:rPr lang="en-US" sz="1600" b="1" i="1"/>
              <a:t>x</a:t>
            </a:r>
            <a:r>
              <a:rPr lang="en-US" sz="1600"/>
              <a:t> is faster than </a:t>
            </a:r>
            <a:r>
              <a:rPr lang="en-US" sz="1600" b="1" i="1"/>
              <a:t>y</a:t>
            </a:r>
            <a:r>
              <a:rPr lang="en-US" sz="1600"/>
              <a:t>", which means "Some airplane is faster than some airplane". </a:t>
            </a:r>
            <a:br>
              <a:rPr lang="en-US" sz="1600"/>
            </a:br>
            <a:endParaRPr sz="1600"/>
          </a:p>
        </p:txBody>
      </p:sp>
    </p:spTree>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Shape 683"/>
        <p:cNvGrpSpPr/>
        <p:nvPr/>
      </p:nvGrpSpPr>
      <p:grpSpPr>
        <a:xfrm>
          <a:off x="0" y="0"/>
          <a:ext cx="0" cy="0"/>
          <a:chOff x="0" y="0"/>
          <a:chExt cx="0" cy="0"/>
        </a:xfrm>
      </p:grpSpPr>
      <p:sp>
        <p:nvSpPr>
          <p:cNvPr id="684" name="Google Shape;684;p73"/>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Fun with Sentences</a:t>
            </a:r>
            <a:endParaRPr/>
          </a:p>
        </p:txBody>
      </p:sp>
      <p:pic>
        <p:nvPicPr>
          <p:cNvPr id="685" name="Google Shape;685;p73"/>
          <p:cNvPicPr preferRelativeResize="0">
            <a:picLocks noGrp="1"/>
          </p:cNvPicPr>
          <p:nvPr>
            <p:ph type="body" idx="1"/>
          </p:nvPr>
        </p:nvPicPr>
        <p:blipFill rotWithShape="1">
          <a:blip r:embed="rId3">
            <a:alphaModFix/>
          </a:blip>
          <a:srcRect/>
          <a:stretch/>
        </p:blipFill>
        <p:spPr>
          <a:xfrm>
            <a:off x="1097756" y="1524000"/>
            <a:ext cx="6948487" cy="4728978"/>
          </a:xfrm>
          <a:prstGeom prst="rect">
            <a:avLst/>
          </a:prstGeom>
          <a:noFill/>
          <a:ln>
            <a:noFill/>
          </a:ln>
        </p:spPr>
      </p:pic>
      <p:sp>
        <p:nvSpPr>
          <p:cNvPr id="686" name="Google Shape;686;p73"/>
          <p:cNvSpPr/>
          <p:nvPr/>
        </p:nvSpPr>
        <p:spPr>
          <a:xfrm>
            <a:off x="4253132" y="1143000"/>
            <a:ext cx="4648200" cy="944562"/>
          </a:xfrm>
          <a:prstGeom prst="roundRect">
            <a:avLst>
              <a:gd name="adj" fmla="val 16667"/>
            </a:avLst>
          </a:prstGeom>
          <a:solidFill>
            <a:schemeClr val="accent1"/>
          </a:solidFill>
          <a:ln w="25400" cap="flat" cmpd="sng">
            <a:solidFill>
              <a:srgbClr val="395E89"/>
            </a:solidFill>
            <a:prstDash val="solid"/>
            <a:round/>
            <a:headEnd type="none" w="sm" len="sm"/>
            <a:tailEnd type="none" w="sm" len="sm"/>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a:solidFill>
                  <a:schemeClr val="lt1"/>
                </a:solidFill>
                <a:latin typeface="Calibri"/>
                <a:ea typeface="Calibri"/>
                <a:cs typeface="Calibri"/>
                <a:sym typeface="Calibri"/>
              </a:rPr>
              <a:t>All x is the first cousin of (every cousin) y IFF a parent p with a child x whose a sibling ps has a child y </a:t>
            </a:r>
            <a:endParaRPr sz="1800" b="0" i="0" u="none" strike="noStrike" cap="none">
              <a:solidFill>
                <a:schemeClr val="lt1"/>
              </a:solidFill>
              <a:latin typeface="Calibri"/>
              <a:ea typeface="Calibri"/>
              <a:cs typeface="Calibri"/>
              <a:sym typeface="Calibri"/>
            </a:endParaRPr>
          </a:p>
        </p:txBody>
      </p:sp>
    </p:spTree>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Shape 690"/>
        <p:cNvGrpSpPr/>
        <p:nvPr/>
      </p:nvGrpSpPr>
      <p:grpSpPr>
        <a:xfrm>
          <a:off x="0" y="0"/>
          <a:ext cx="0" cy="0"/>
          <a:chOff x="0" y="0"/>
          <a:chExt cx="0" cy="0"/>
        </a:xfrm>
      </p:grpSpPr>
      <p:sp>
        <p:nvSpPr>
          <p:cNvPr id="691" name="Google Shape;691;p74"/>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Proof methods</a:t>
            </a:r>
            <a:endParaRPr/>
          </a:p>
        </p:txBody>
      </p:sp>
      <p:pic>
        <p:nvPicPr>
          <p:cNvPr id="692" name="Google Shape;692;p74"/>
          <p:cNvPicPr preferRelativeResize="0">
            <a:picLocks noGrp="1"/>
          </p:cNvPicPr>
          <p:nvPr>
            <p:ph type="body" idx="1"/>
          </p:nvPr>
        </p:nvPicPr>
        <p:blipFill rotWithShape="1">
          <a:blip r:embed="rId3">
            <a:alphaModFix/>
          </a:blip>
          <a:srcRect/>
          <a:stretch/>
        </p:blipFill>
        <p:spPr>
          <a:xfrm>
            <a:off x="1116013" y="1579125"/>
            <a:ext cx="7342187" cy="4315264"/>
          </a:xfrm>
          <a:prstGeom prst="rect">
            <a:avLst/>
          </a:prstGeom>
          <a:noFill/>
          <a:ln>
            <a:noFill/>
          </a:ln>
        </p:spPr>
      </p:pic>
    </p:spTree>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Shape 697"/>
        <p:cNvGrpSpPr/>
        <p:nvPr/>
      </p:nvGrpSpPr>
      <p:grpSpPr>
        <a:xfrm>
          <a:off x="0" y="0"/>
          <a:ext cx="0" cy="0"/>
          <a:chOff x="0" y="0"/>
          <a:chExt cx="0" cy="0"/>
        </a:xfrm>
      </p:grpSpPr>
      <p:sp>
        <p:nvSpPr>
          <p:cNvPr id="698" name="Google Shape;698;p75"/>
          <p:cNvSpPr txBox="1">
            <a:spLocks noGrp="1"/>
          </p:cNvSpPr>
          <p:nvPr>
            <p:ph type="title"/>
          </p:nvPr>
        </p:nvSpPr>
        <p:spPr>
          <a:xfrm>
            <a:off x="914400" y="277813"/>
            <a:ext cx="7772400" cy="836612"/>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Proofs</a:t>
            </a:r>
            <a:endParaRPr/>
          </a:p>
        </p:txBody>
      </p:sp>
      <p:sp>
        <p:nvSpPr>
          <p:cNvPr id="699" name="Google Shape;699;p75"/>
          <p:cNvSpPr/>
          <p:nvPr/>
        </p:nvSpPr>
        <p:spPr>
          <a:xfrm>
            <a:off x="1655763" y="3141663"/>
            <a:ext cx="2411412" cy="576262"/>
          </a:xfrm>
          <a:prstGeom prst="ellipse">
            <a:avLst/>
          </a:prstGeom>
          <a:noFill/>
          <a:ln w="19050" cap="sq" cmpd="sng">
            <a:solidFill>
              <a:srgbClr val="3366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00" name="Google Shape;700;p75"/>
          <p:cNvSpPr/>
          <p:nvPr/>
        </p:nvSpPr>
        <p:spPr>
          <a:xfrm>
            <a:off x="1655763" y="4329113"/>
            <a:ext cx="2916237" cy="541337"/>
          </a:xfrm>
          <a:prstGeom prst="ellipse">
            <a:avLst/>
          </a:prstGeom>
          <a:noFill/>
          <a:ln w="19050" cap="sq" cmpd="sng">
            <a:solidFill>
              <a:srgbClr val="3366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701" name="Google Shape;701;p75"/>
          <p:cNvSpPr/>
          <p:nvPr/>
        </p:nvSpPr>
        <p:spPr>
          <a:xfrm>
            <a:off x="1619250" y="1989138"/>
            <a:ext cx="2520950" cy="576262"/>
          </a:xfrm>
          <a:prstGeom prst="ellipse">
            <a:avLst/>
          </a:prstGeom>
          <a:noFill/>
          <a:ln w="19050" cap="sq" cmpd="sng">
            <a:solidFill>
              <a:srgbClr val="3366FF"/>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702" name="Google Shape;702;p75"/>
          <p:cNvGrpSpPr/>
          <p:nvPr/>
        </p:nvGrpSpPr>
        <p:grpSpPr>
          <a:xfrm>
            <a:off x="1028700" y="1524000"/>
            <a:ext cx="7927125" cy="4811325"/>
            <a:chOff x="785" y="916"/>
            <a:chExt cx="4483" cy="2856"/>
          </a:xfrm>
        </p:grpSpPr>
        <p:sp>
          <p:nvSpPr>
            <p:cNvPr id="703" name="Google Shape;703;p75"/>
            <p:cNvSpPr/>
            <p:nvPr/>
          </p:nvSpPr>
          <p:spPr>
            <a:xfrm>
              <a:off x="785" y="916"/>
              <a:ext cx="4478" cy="285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704" name="Google Shape;704;p75"/>
            <p:cNvPicPr preferRelativeResize="0"/>
            <p:nvPr/>
          </p:nvPicPr>
          <p:blipFill rotWithShape="1">
            <a:blip r:embed="rId3">
              <a:alphaModFix/>
            </a:blip>
            <a:srcRect/>
            <a:stretch/>
          </p:blipFill>
          <p:spPr>
            <a:xfrm>
              <a:off x="785" y="916"/>
              <a:ext cx="4483" cy="2856"/>
            </a:xfrm>
            <a:prstGeom prst="rect">
              <a:avLst/>
            </a:prstGeom>
            <a:noFill/>
            <a:ln>
              <a:noFill/>
            </a:ln>
          </p:spPr>
        </p:pic>
      </p:grpSp>
    </p:spTree>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5ED6F20-3CC4-DB77-4DF6-FF1B19663E16}"/>
              </a:ext>
            </a:extLst>
          </p:cNvPr>
          <p:cNvSpPr>
            <a:spLocks noGrp="1"/>
          </p:cNvSpPr>
          <p:nvPr>
            <p:ph type="title"/>
          </p:nvPr>
        </p:nvSpPr>
        <p:spPr/>
        <p:txBody>
          <a:bodyPr>
            <a:normAutofit fontScale="90000"/>
          </a:bodyPr>
          <a:lstStyle/>
          <a:p>
            <a:r>
              <a:rPr lang="en-MY" dirty="0"/>
              <a:t>Some inference rules…</a:t>
            </a:r>
            <a:br>
              <a:rPr lang="en-MY" dirty="0"/>
            </a:br>
            <a:endParaRPr lang="en-MY" dirty="0"/>
          </a:p>
        </p:txBody>
      </p:sp>
      <p:pic>
        <p:nvPicPr>
          <p:cNvPr id="5" name="Picture 4">
            <a:extLst>
              <a:ext uri="{FF2B5EF4-FFF2-40B4-BE49-F238E27FC236}">
                <a16:creationId xmlns:a16="http://schemas.microsoft.com/office/drawing/2014/main" id="{C79ADDF8-B168-CA87-B1BD-C9A32DBCBB4C}"/>
              </a:ext>
            </a:extLst>
          </p:cNvPr>
          <p:cNvPicPr>
            <a:picLocks noChangeAspect="1"/>
          </p:cNvPicPr>
          <p:nvPr/>
        </p:nvPicPr>
        <p:blipFill>
          <a:blip r:embed="rId2"/>
          <a:stretch>
            <a:fillRect/>
          </a:stretch>
        </p:blipFill>
        <p:spPr>
          <a:xfrm>
            <a:off x="1057351" y="2072433"/>
            <a:ext cx="7029297" cy="3682303"/>
          </a:xfrm>
          <a:prstGeom prst="rect">
            <a:avLst/>
          </a:prstGeom>
        </p:spPr>
      </p:pic>
      <p:sp>
        <p:nvSpPr>
          <p:cNvPr id="4" name="Slide Number Placeholder 3">
            <a:extLst>
              <a:ext uri="{FF2B5EF4-FFF2-40B4-BE49-F238E27FC236}">
                <a16:creationId xmlns:a16="http://schemas.microsoft.com/office/drawing/2014/main" id="{E413CABE-7C25-B4C7-DE6A-E4CC70D56963}"/>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76</a:t>
            </a:fld>
            <a:endParaRPr lang="en-US"/>
          </a:p>
        </p:txBody>
      </p:sp>
    </p:spTree>
    <p:extLst>
      <p:ext uri="{BB962C8B-B14F-4D97-AF65-F5344CB8AC3E}">
        <p14:creationId xmlns:p14="http://schemas.microsoft.com/office/powerpoint/2010/main" val="1272310978"/>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Shape 708"/>
        <p:cNvGrpSpPr/>
        <p:nvPr/>
      </p:nvGrpSpPr>
      <p:grpSpPr>
        <a:xfrm>
          <a:off x="0" y="0"/>
          <a:ext cx="0" cy="0"/>
          <a:chOff x="0" y="0"/>
          <a:chExt cx="0" cy="0"/>
        </a:xfrm>
      </p:grpSpPr>
      <p:sp>
        <p:nvSpPr>
          <p:cNvPr id="709" name="Google Shape;709;p76"/>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Example Proof</a:t>
            </a:r>
            <a:endParaRPr/>
          </a:p>
        </p:txBody>
      </p:sp>
      <p:pic>
        <p:nvPicPr>
          <p:cNvPr id="710" name="Google Shape;710;p76"/>
          <p:cNvPicPr preferRelativeResize="0">
            <a:picLocks noGrp="1"/>
          </p:cNvPicPr>
          <p:nvPr>
            <p:ph type="body" idx="1"/>
          </p:nvPr>
        </p:nvPicPr>
        <p:blipFill rotWithShape="1">
          <a:blip r:embed="rId3">
            <a:alphaModFix/>
          </a:blip>
          <a:srcRect/>
          <a:stretch/>
        </p:blipFill>
        <p:spPr>
          <a:xfrm>
            <a:off x="481628" y="2133600"/>
            <a:ext cx="8180743" cy="3594100"/>
          </a:xfrm>
          <a:prstGeom prst="rect">
            <a:avLst/>
          </a:prstGeom>
          <a:noFill/>
          <a:ln>
            <a:noFill/>
          </a:ln>
        </p:spPr>
      </p:pic>
    </p:spTree>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Shape 714"/>
        <p:cNvGrpSpPr/>
        <p:nvPr/>
      </p:nvGrpSpPr>
      <p:grpSpPr>
        <a:xfrm>
          <a:off x="0" y="0"/>
          <a:ext cx="0" cy="0"/>
          <a:chOff x="0" y="0"/>
          <a:chExt cx="0" cy="0"/>
        </a:xfrm>
      </p:grpSpPr>
      <p:sp>
        <p:nvSpPr>
          <p:cNvPr id="715" name="Google Shape;715;p7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b="1"/>
              <a:t>Search with Primitive Inference Rules</a:t>
            </a:r>
            <a:endParaRPr/>
          </a:p>
        </p:txBody>
      </p:sp>
      <p:grpSp>
        <p:nvGrpSpPr>
          <p:cNvPr id="716" name="Google Shape;716;p77"/>
          <p:cNvGrpSpPr/>
          <p:nvPr/>
        </p:nvGrpSpPr>
        <p:grpSpPr>
          <a:xfrm>
            <a:off x="457200" y="1905000"/>
            <a:ext cx="7989888" cy="4167188"/>
            <a:chOff x="288" y="1200"/>
            <a:chExt cx="5033" cy="2625"/>
          </a:xfrm>
        </p:grpSpPr>
        <p:sp>
          <p:nvSpPr>
            <p:cNvPr id="717" name="Google Shape;717;p77"/>
            <p:cNvSpPr/>
            <p:nvPr/>
          </p:nvSpPr>
          <p:spPr>
            <a:xfrm>
              <a:off x="288" y="1200"/>
              <a:ext cx="5027" cy="2619"/>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718" name="Google Shape;718;p77"/>
            <p:cNvPicPr preferRelativeResize="0"/>
            <p:nvPr/>
          </p:nvPicPr>
          <p:blipFill rotWithShape="1">
            <a:blip r:embed="rId3">
              <a:alphaModFix/>
            </a:blip>
            <a:srcRect/>
            <a:stretch/>
          </p:blipFill>
          <p:spPr>
            <a:xfrm>
              <a:off x="288" y="1200"/>
              <a:ext cx="5033" cy="2625"/>
            </a:xfrm>
            <a:prstGeom prst="rect">
              <a:avLst/>
            </a:prstGeom>
            <a:noFill/>
            <a:ln>
              <a:noFill/>
            </a:ln>
          </p:spPr>
        </p:pic>
      </p:grpSp>
    </p:spTree>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Shape 722"/>
        <p:cNvGrpSpPr/>
        <p:nvPr/>
      </p:nvGrpSpPr>
      <p:grpSpPr>
        <a:xfrm>
          <a:off x="0" y="0"/>
          <a:ext cx="0" cy="0"/>
          <a:chOff x="0" y="0"/>
          <a:chExt cx="0" cy="0"/>
        </a:xfrm>
      </p:grpSpPr>
      <p:sp>
        <p:nvSpPr>
          <p:cNvPr id="723" name="Google Shape;723;p7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b="1"/>
              <a:t>Search with Primitive Inference Rules</a:t>
            </a:r>
            <a:endParaRPr/>
          </a:p>
        </p:txBody>
      </p:sp>
      <p:grpSp>
        <p:nvGrpSpPr>
          <p:cNvPr id="724" name="Google Shape;724;p78"/>
          <p:cNvGrpSpPr/>
          <p:nvPr/>
        </p:nvGrpSpPr>
        <p:grpSpPr>
          <a:xfrm>
            <a:off x="901700" y="1771077"/>
            <a:ext cx="7793518" cy="3966630"/>
            <a:chOff x="568" y="1258"/>
            <a:chExt cx="4629" cy="2356"/>
          </a:xfrm>
        </p:grpSpPr>
        <p:sp>
          <p:nvSpPr>
            <p:cNvPr id="725" name="Google Shape;725;p78"/>
            <p:cNvSpPr/>
            <p:nvPr/>
          </p:nvSpPr>
          <p:spPr>
            <a:xfrm>
              <a:off x="568" y="1258"/>
              <a:ext cx="4624" cy="235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726" name="Google Shape;726;p78"/>
            <p:cNvPicPr preferRelativeResize="0"/>
            <p:nvPr/>
          </p:nvPicPr>
          <p:blipFill rotWithShape="1">
            <a:blip r:embed="rId3">
              <a:alphaModFix/>
            </a:blip>
            <a:srcRect/>
            <a:stretch/>
          </p:blipFill>
          <p:spPr>
            <a:xfrm>
              <a:off x="568" y="1258"/>
              <a:ext cx="4629" cy="2356"/>
            </a:xfrm>
            <a:prstGeom prst="rect">
              <a:avLst/>
            </a:prstGeom>
            <a:noFill/>
            <a:ln>
              <a:noFill/>
            </a:ln>
          </p:spPr>
        </p:pic>
      </p:grpSp>
    </p:spTree>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Shape 730"/>
        <p:cNvGrpSpPr/>
        <p:nvPr/>
      </p:nvGrpSpPr>
      <p:grpSpPr>
        <a:xfrm>
          <a:off x="0" y="0"/>
          <a:ext cx="0" cy="0"/>
          <a:chOff x="0" y="0"/>
          <a:chExt cx="0" cy="0"/>
        </a:xfrm>
      </p:grpSpPr>
      <p:sp>
        <p:nvSpPr>
          <p:cNvPr id="731" name="Google Shape;731;p7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Unification</a:t>
            </a:r>
            <a:endParaRPr/>
          </a:p>
        </p:txBody>
      </p:sp>
      <p:pic>
        <p:nvPicPr>
          <p:cNvPr id="732" name="Google Shape;732;p79"/>
          <p:cNvPicPr preferRelativeResize="0">
            <a:picLocks noGrp="1"/>
          </p:cNvPicPr>
          <p:nvPr>
            <p:ph type="body" idx="1"/>
          </p:nvPr>
        </p:nvPicPr>
        <p:blipFill rotWithShape="1">
          <a:blip r:embed="rId3">
            <a:alphaModFix/>
          </a:blip>
          <a:srcRect/>
          <a:stretch/>
        </p:blipFill>
        <p:spPr>
          <a:xfrm>
            <a:off x="1141413" y="1600200"/>
            <a:ext cx="6861175" cy="4525963"/>
          </a:xfrm>
          <a:prstGeom prst="rect">
            <a:avLst/>
          </a:prstGeom>
          <a:noFill/>
          <a:ln>
            <a:noFill/>
          </a:ln>
        </p:spPr>
      </p:pic>
    </p:spTree>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Shape 736"/>
        <p:cNvGrpSpPr/>
        <p:nvPr/>
      </p:nvGrpSpPr>
      <p:grpSpPr>
        <a:xfrm>
          <a:off x="0" y="0"/>
          <a:ext cx="0" cy="0"/>
          <a:chOff x="0" y="0"/>
          <a:chExt cx="0" cy="0"/>
        </a:xfrm>
      </p:grpSpPr>
      <p:sp>
        <p:nvSpPr>
          <p:cNvPr id="737" name="Google Shape;737;p8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Unification</a:t>
            </a:r>
            <a:endParaRPr b="1"/>
          </a:p>
        </p:txBody>
      </p:sp>
      <p:pic>
        <p:nvPicPr>
          <p:cNvPr id="738" name="Google Shape;738;p80" descr="unify_eg.PNG"/>
          <p:cNvPicPr preferRelativeResize="0">
            <a:picLocks noGrp="1"/>
          </p:cNvPicPr>
          <p:nvPr>
            <p:ph type="body" idx="1"/>
          </p:nvPr>
        </p:nvPicPr>
        <p:blipFill rotWithShape="1">
          <a:blip r:embed="rId3">
            <a:alphaModFix/>
          </a:blip>
          <a:srcRect/>
          <a:stretch/>
        </p:blipFill>
        <p:spPr>
          <a:xfrm>
            <a:off x="1143000" y="1524001"/>
            <a:ext cx="6553200" cy="4344474"/>
          </a:xfrm>
          <a:prstGeom prst="rect">
            <a:avLst/>
          </a:prstGeom>
          <a:noFill/>
          <a:ln>
            <a:noFill/>
          </a:ln>
        </p:spPr>
      </p:pic>
      <p:sp>
        <p:nvSpPr>
          <p:cNvPr id="739" name="Google Shape;739;p80"/>
          <p:cNvSpPr txBox="1">
            <a:spLocks noGrp="1"/>
          </p:cNvSpPr>
          <p:nvPr>
            <p:ph type="dt" idx="10"/>
          </p:nvPr>
        </p:nvSpPr>
        <p:spPr>
          <a:xfrm>
            <a:off x="457200" y="6598396"/>
            <a:ext cx="2133600" cy="365125"/>
          </a:xfrm>
          <a:prstGeom prst="rect">
            <a:avLst/>
          </a:prstGeom>
          <a:noFill/>
          <a:ln>
            <a:noFill/>
          </a:ln>
        </p:spPr>
        <p:txBody>
          <a:bodyPr spcFirstLastPara="1" wrap="square" lIns="91425" tIns="45700" rIns="91425" bIns="45700" anchor="ctr" anchorCtr="0">
            <a:noAutofit/>
          </a:bodyPr>
          <a:lstStyle/>
          <a:p>
            <a:pPr marL="0" lvl="0" indent="0" algn="l" rtl="0">
              <a:lnSpc>
                <a:spcPct val="100000"/>
              </a:lnSpc>
              <a:spcBef>
                <a:spcPts val="0"/>
              </a:spcBef>
              <a:spcAft>
                <a:spcPts val="0"/>
              </a:spcAft>
              <a:buSzPts val="1400"/>
              <a:buNone/>
            </a:pPr>
            <a:r>
              <a:rPr lang="en-US"/>
              <a:t>2019</a:t>
            </a:r>
            <a:endParaRPr/>
          </a:p>
        </p:txBody>
      </p:sp>
      <p:sp>
        <p:nvSpPr>
          <p:cNvPr id="740" name="Google Shape;740;p80"/>
          <p:cNvSpPr txBox="1">
            <a:spLocks noGrp="1"/>
          </p:cNvSpPr>
          <p:nvPr>
            <p:ph type="ftr" idx="11"/>
          </p:nvPr>
        </p:nvSpPr>
        <p:spPr>
          <a:xfrm>
            <a:off x="2469777" y="6620436"/>
            <a:ext cx="4191000" cy="304800"/>
          </a:xfrm>
          <a:prstGeom prst="rect">
            <a:avLst/>
          </a:prstGeom>
          <a:noFill/>
          <a:ln>
            <a:noFill/>
          </a:ln>
        </p:spPr>
        <p:txBody>
          <a:bodyPr spcFirstLastPara="1" wrap="square" lIns="91425" tIns="45700" rIns="91425" bIns="45700" anchor="ctr" anchorCtr="0">
            <a:noAutofit/>
          </a:bodyPr>
          <a:lstStyle/>
          <a:p>
            <a:pPr marL="0" lvl="0" indent="0" algn="ctr" rtl="0">
              <a:lnSpc>
                <a:spcPct val="100000"/>
              </a:lnSpc>
              <a:spcBef>
                <a:spcPts val="0"/>
              </a:spcBef>
              <a:spcAft>
                <a:spcPts val="0"/>
              </a:spcAft>
              <a:buSzPts val="1400"/>
              <a:buNone/>
            </a:pPr>
            <a:r>
              <a:rPr lang="en-US"/>
              <a:t>MECQ1203: Artificial Intelligence</a:t>
            </a:r>
            <a:endParaRPr/>
          </a:p>
        </p:txBody>
      </p:sp>
      <p:sp>
        <p:nvSpPr>
          <p:cNvPr id="741" name="Google Shape;741;p80"/>
          <p:cNvSpPr txBox="1">
            <a:spLocks noGrp="1"/>
          </p:cNvSpPr>
          <p:nvPr>
            <p:ph type="sldNum" idx="12"/>
          </p:nvPr>
        </p:nvSpPr>
        <p:spPr>
          <a:xfrm>
            <a:off x="6553200" y="6598396"/>
            <a:ext cx="2133600" cy="365125"/>
          </a:xfrm>
          <a:prstGeom prst="rect">
            <a:avLst/>
          </a:prstGeom>
          <a:noFill/>
          <a:ln>
            <a:noFill/>
          </a:ln>
        </p:spPr>
        <p:txBody>
          <a:bodyPr spcFirstLastPara="1" wrap="square" lIns="91425" tIns="45700" rIns="91425" bIns="45700" anchor="ctr" anchorCtr="0">
            <a:noAutofit/>
          </a:bodyPr>
          <a:lstStyle/>
          <a:p>
            <a:pPr marL="0" lvl="0" indent="0" algn="r" rtl="0">
              <a:lnSpc>
                <a:spcPct val="100000"/>
              </a:lnSpc>
              <a:spcBef>
                <a:spcPts val="0"/>
              </a:spcBef>
              <a:spcAft>
                <a:spcPts val="0"/>
              </a:spcAft>
              <a:buSzPts val="1100"/>
              <a:buNone/>
            </a:pPr>
            <a:fld id="{00000000-1234-1234-1234-123412341234}" type="slidenum">
              <a:rPr lang="en-US"/>
              <a:t>81</a:t>
            </a:fld>
            <a:endParaRPr/>
          </a:p>
        </p:txBody>
      </p:sp>
    </p:spTree>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Shape 745"/>
        <p:cNvGrpSpPr/>
        <p:nvPr/>
      </p:nvGrpSpPr>
      <p:grpSpPr>
        <a:xfrm>
          <a:off x="0" y="0"/>
          <a:ext cx="0" cy="0"/>
          <a:chOff x="0" y="0"/>
          <a:chExt cx="0" cy="0"/>
        </a:xfrm>
      </p:grpSpPr>
      <p:sp>
        <p:nvSpPr>
          <p:cNvPr id="746" name="Google Shape;746;p8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The unification algorithm</a:t>
            </a:r>
            <a:endParaRPr/>
          </a:p>
        </p:txBody>
      </p:sp>
      <p:pic>
        <p:nvPicPr>
          <p:cNvPr id="747" name="Google Shape;747;p81"/>
          <p:cNvPicPr preferRelativeResize="0">
            <a:picLocks noGrp="1"/>
          </p:cNvPicPr>
          <p:nvPr>
            <p:ph type="body" idx="1"/>
          </p:nvPr>
        </p:nvPicPr>
        <p:blipFill rotWithShape="1">
          <a:blip r:embed="rId3">
            <a:alphaModFix/>
          </a:blip>
          <a:srcRect/>
          <a:stretch/>
        </p:blipFill>
        <p:spPr>
          <a:xfrm>
            <a:off x="457200" y="2319338"/>
            <a:ext cx="8229600" cy="3086100"/>
          </a:xfrm>
          <a:prstGeom prst="rect">
            <a:avLst/>
          </a:prstGeom>
          <a:noFill/>
          <a:ln>
            <a:noFill/>
          </a:ln>
        </p:spPr>
      </p:pic>
    </p:spTree>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Shape 751"/>
        <p:cNvGrpSpPr/>
        <p:nvPr/>
      </p:nvGrpSpPr>
      <p:grpSpPr>
        <a:xfrm>
          <a:off x="0" y="0"/>
          <a:ext cx="0" cy="0"/>
          <a:chOff x="0" y="0"/>
          <a:chExt cx="0" cy="0"/>
        </a:xfrm>
      </p:grpSpPr>
      <p:sp>
        <p:nvSpPr>
          <p:cNvPr id="752" name="Google Shape;752;p82"/>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The unification algorithm</a:t>
            </a:r>
            <a:endParaRPr/>
          </a:p>
        </p:txBody>
      </p:sp>
      <p:pic>
        <p:nvPicPr>
          <p:cNvPr id="753" name="Google Shape;753;p82"/>
          <p:cNvPicPr preferRelativeResize="0">
            <a:picLocks noGrp="1"/>
          </p:cNvPicPr>
          <p:nvPr>
            <p:ph type="body" idx="1"/>
          </p:nvPr>
        </p:nvPicPr>
        <p:blipFill rotWithShape="1">
          <a:blip r:embed="rId3">
            <a:alphaModFix/>
          </a:blip>
          <a:srcRect l="53906" t="50000" r="8982" b="14583"/>
          <a:stretch/>
        </p:blipFill>
        <p:spPr>
          <a:xfrm>
            <a:off x="190500" y="1905000"/>
            <a:ext cx="8763000" cy="3657600"/>
          </a:xfrm>
          <a:prstGeom prst="rect">
            <a:avLst/>
          </a:prstGeom>
          <a:noFill/>
          <a:ln>
            <a:noFill/>
          </a:ln>
        </p:spPr>
      </p:pic>
    </p:spTree>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Shape 757"/>
        <p:cNvGrpSpPr/>
        <p:nvPr/>
      </p:nvGrpSpPr>
      <p:grpSpPr>
        <a:xfrm>
          <a:off x="0" y="0"/>
          <a:ext cx="0" cy="0"/>
          <a:chOff x="0" y="0"/>
          <a:chExt cx="0" cy="0"/>
        </a:xfrm>
      </p:grpSpPr>
      <p:sp>
        <p:nvSpPr>
          <p:cNvPr id="758" name="Google Shape;758;p83"/>
          <p:cNvSpPr txBox="1">
            <a:spLocks noGrp="1"/>
          </p:cNvSpPr>
          <p:nvPr>
            <p:ph type="title"/>
          </p:nvPr>
        </p:nvSpPr>
        <p:spPr>
          <a:xfrm>
            <a:off x="431800" y="11588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Propositional Resolution</a:t>
            </a:r>
            <a:endParaRPr/>
          </a:p>
        </p:txBody>
      </p:sp>
      <p:sp>
        <p:nvSpPr>
          <p:cNvPr id="759" name="Google Shape;759;p83"/>
          <p:cNvSpPr txBox="1">
            <a:spLocks noGrp="1"/>
          </p:cNvSpPr>
          <p:nvPr>
            <p:ph type="body" idx="1"/>
          </p:nvPr>
        </p:nvSpPr>
        <p:spPr>
          <a:xfrm>
            <a:off x="395514" y="1676400"/>
            <a:ext cx="8229600" cy="4525962"/>
          </a:xfrm>
          <a:prstGeom prst="rect">
            <a:avLst/>
          </a:prstGeom>
          <a:noFill/>
          <a:ln>
            <a:noFill/>
          </a:ln>
        </p:spPr>
        <p:txBody>
          <a:bodyPr spcFirstLastPara="1" wrap="square" lIns="91425" tIns="45700" rIns="91425" bIns="45700" anchor="t" anchorCtr="0">
            <a:normAutofit fontScale="92500" lnSpcReduction="10000"/>
          </a:bodyPr>
          <a:lstStyle/>
          <a:p>
            <a:pPr marL="342900" lvl="0" indent="-342900" algn="l" rtl="0">
              <a:lnSpc>
                <a:spcPct val="100000"/>
              </a:lnSpc>
              <a:spcBef>
                <a:spcPts val="0"/>
              </a:spcBef>
              <a:spcAft>
                <a:spcPts val="0"/>
              </a:spcAft>
              <a:buClr>
                <a:schemeClr val="dk1"/>
              </a:buClr>
              <a:buSzPct val="100000"/>
              <a:buChar char="•"/>
            </a:pPr>
            <a:r>
              <a:rPr lang="en-US" sz="2800"/>
              <a:t>Resolution rule:</a:t>
            </a:r>
            <a:endParaRPr/>
          </a:p>
          <a:p>
            <a:pPr marL="342900" lvl="0" indent="-342900" algn="l" rtl="0">
              <a:lnSpc>
                <a:spcPct val="100000"/>
              </a:lnSpc>
              <a:spcBef>
                <a:spcPts val="518"/>
              </a:spcBef>
              <a:spcAft>
                <a:spcPts val="0"/>
              </a:spcAft>
              <a:buClr>
                <a:schemeClr val="dk1"/>
              </a:buClr>
              <a:buSzPct val="100000"/>
              <a:buChar char="•"/>
            </a:pPr>
            <a:r>
              <a:rPr lang="en-US" sz="2800"/>
              <a:t>Resolution refutation:</a:t>
            </a:r>
            <a:endParaRPr/>
          </a:p>
          <a:p>
            <a:pPr marL="742950" lvl="1" indent="-285750" algn="l" rtl="0">
              <a:lnSpc>
                <a:spcPct val="100000"/>
              </a:lnSpc>
              <a:spcBef>
                <a:spcPts val="444"/>
              </a:spcBef>
              <a:spcAft>
                <a:spcPts val="0"/>
              </a:spcAft>
              <a:buClr>
                <a:schemeClr val="dk1"/>
              </a:buClr>
              <a:buSzPct val="100000"/>
              <a:buChar char="–"/>
            </a:pPr>
            <a:r>
              <a:rPr lang="en-US" sz="2400"/>
              <a:t>Convert all sentences to CNF (conjunctive/clausal normal form)</a:t>
            </a:r>
            <a:endParaRPr/>
          </a:p>
          <a:p>
            <a:pPr marL="742950" lvl="1" indent="-285750" algn="l" rtl="0">
              <a:lnSpc>
                <a:spcPct val="100000"/>
              </a:lnSpc>
              <a:spcBef>
                <a:spcPts val="444"/>
              </a:spcBef>
              <a:spcAft>
                <a:spcPts val="0"/>
              </a:spcAft>
              <a:buClr>
                <a:schemeClr val="dk1"/>
              </a:buClr>
              <a:buSzPct val="100000"/>
              <a:buChar char="–"/>
            </a:pPr>
            <a:r>
              <a:rPr lang="en-US" sz="2400"/>
              <a:t>Negate the desired conclusion (converted to CNF)</a:t>
            </a:r>
            <a:endParaRPr/>
          </a:p>
          <a:p>
            <a:pPr marL="742950" lvl="1" indent="-285750" algn="l" rtl="0">
              <a:lnSpc>
                <a:spcPct val="100000"/>
              </a:lnSpc>
              <a:spcBef>
                <a:spcPts val="444"/>
              </a:spcBef>
              <a:spcAft>
                <a:spcPts val="0"/>
              </a:spcAft>
              <a:buClr>
                <a:schemeClr val="dk1"/>
              </a:buClr>
              <a:buSzPct val="100000"/>
              <a:buChar char="–"/>
            </a:pPr>
            <a:r>
              <a:rPr lang="en-US" sz="2400"/>
              <a:t>Apply resolution rule until either</a:t>
            </a:r>
            <a:endParaRPr/>
          </a:p>
          <a:p>
            <a:pPr marL="1143000" lvl="2" indent="-228600" algn="l" rtl="0">
              <a:lnSpc>
                <a:spcPct val="100000"/>
              </a:lnSpc>
              <a:spcBef>
                <a:spcPts val="370"/>
              </a:spcBef>
              <a:spcAft>
                <a:spcPts val="0"/>
              </a:spcAft>
              <a:buClr>
                <a:schemeClr val="dk1"/>
              </a:buClr>
              <a:buSzPct val="100000"/>
              <a:buChar char="•"/>
            </a:pPr>
            <a:r>
              <a:rPr lang="en-US" sz="2000"/>
              <a:t>Derive false (a contradiction)</a:t>
            </a:r>
            <a:endParaRPr/>
          </a:p>
          <a:p>
            <a:pPr marL="1143000" lvl="2" indent="-228600" algn="l" rtl="0">
              <a:lnSpc>
                <a:spcPct val="100000"/>
              </a:lnSpc>
              <a:spcBef>
                <a:spcPts val="370"/>
              </a:spcBef>
              <a:spcAft>
                <a:spcPts val="0"/>
              </a:spcAft>
              <a:buClr>
                <a:schemeClr val="dk1"/>
              </a:buClr>
              <a:buSzPct val="100000"/>
              <a:buChar char="•"/>
            </a:pPr>
            <a:r>
              <a:rPr lang="en-US" sz="2000"/>
              <a:t>Can’t apply any more</a:t>
            </a:r>
            <a:endParaRPr/>
          </a:p>
          <a:p>
            <a:pPr marL="342900" lvl="0" indent="-342900" algn="l" rtl="0">
              <a:lnSpc>
                <a:spcPct val="100000"/>
              </a:lnSpc>
              <a:spcBef>
                <a:spcPts val="518"/>
              </a:spcBef>
              <a:spcAft>
                <a:spcPts val="0"/>
              </a:spcAft>
              <a:buClr>
                <a:schemeClr val="dk1"/>
              </a:buClr>
              <a:buSzPct val="100000"/>
              <a:buChar char="•"/>
            </a:pPr>
            <a:r>
              <a:rPr lang="en-US" sz="2800"/>
              <a:t>Resolution refutation is sound and complete</a:t>
            </a:r>
            <a:endParaRPr/>
          </a:p>
          <a:p>
            <a:pPr marL="742950" lvl="1" indent="-285750" algn="l" rtl="0">
              <a:lnSpc>
                <a:spcPct val="100000"/>
              </a:lnSpc>
              <a:spcBef>
                <a:spcPts val="444"/>
              </a:spcBef>
              <a:spcAft>
                <a:spcPts val="0"/>
              </a:spcAft>
              <a:buClr>
                <a:schemeClr val="dk1"/>
              </a:buClr>
              <a:buSzPct val="100000"/>
              <a:buChar char="–"/>
            </a:pPr>
            <a:r>
              <a:rPr lang="en-US" sz="2400"/>
              <a:t>If we derive a contradiction, then the conclusion follows from the axioms</a:t>
            </a:r>
            <a:endParaRPr/>
          </a:p>
          <a:p>
            <a:pPr marL="742950" lvl="1" indent="-285750" algn="l" rtl="0">
              <a:lnSpc>
                <a:spcPct val="100000"/>
              </a:lnSpc>
              <a:spcBef>
                <a:spcPts val="444"/>
              </a:spcBef>
              <a:spcAft>
                <a:spcPts val="0"/>
              </a:spcAft>
              <a:buClr>
                <a:schemeClr val="dk1"/>
              </a:buClr>
              <a:buSzPct val="100000"/>
              <a:buChar char="–"/>
            </a:pPr>
            <a:r>
              <a:rPr lang="en-US" sz="2400"/>
              <a:t>If we can’t apply any more, then the conclusion cannot be proved from the axioms.</a:t>
            </a:r>
            <a:endParaRPr/>
          </a:p>
        </p:txBody>
      </p:sp>
      <p:pic>
        <p:nvPicPr>
          <p:cNvPr id="760" name="Google Shape;760;p83" descr="resolution-rule.PNG"/>
          <p:cNvPicPr preferRelativeResize="0"/>
          <p:nvPr/>
        </p:nvPicPr>
        <p:blipFill rotWithShape="1">
          <a:blip r:embed="rId3">
            <a:alphaModFix/>
          </a:blip>
          <a:srcRect/>
          <a:stretch/>
        </p:blipFill>
        <p:spPr>
          <a:xfrm>
            <a:off x="6553200" y="912947"/>
            <a:ext cx="2438400" cy="1611313"/>
          </a:xfrm>
          <a:prstGeom prst="rect">
            <a:avLst/>
          </a:prstGeom>
          <a:noFill/>
          <a:ln w="9525" cap="flat" cmpd="sng">
            <a:solidFill>
              <a:schemeClr val="accent1"/>
            </a:solidFill>
            <a:prstDash val="solid"/>
            <a:round/>
            <a:headEnd type="none" w="sm" len="sm"/>
            <a:tailEnd type="none" w="sm" len="sm"/>
          </a:ln>
          <a:effectLst>
            <a:outerShdw blurRad="50800" dist="38100" dir="8100000" algn="tr" rotWithShape="0">
              <a:srgbClr val="000000">
                <a:alpha val="40000"/>
              </a:srgbClr>
            </a:outerShdw>
          </a:effectLst>
        </p:spPr>
      </p:pic>
    </p:spTree>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Shape 764"/>
        <p:cNvGrpSpPr/>
        <p:nvPr/>
      </p:nvGrpSpPr>
      <p:grpSpPr>
        <a:xfrm>
          <a:off x="0" y="0"/>
          <a:ext cx="0" cy="0"/>
          <a:chOff x="0" y="0"/>
          <a:chExt cx="0" cy="0"/>
        </a:xfrm>
      </p:grpSpPr>
      <p:sp>
        <p:nvSpPr>
          <p:cNvPr id="765" name="Google Shape;765;p84"/>
          <p:cNvSpPr txBox="1">
            <a:spLocks noGrp="1"/>
          </p:cNvSpPr>
          <p:nvPr>
            <p:ph type="title"/>
          </p:nvPr>
        </p:nvSpPr>
        <p:spPr>
          <a:xfrm>
            <a:off x="914400" y="277813"/>
            <a:ext cx="7772400" cy="70485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b="1"/>
              <a:t>Resolution</a:t>
            </a:r>
            <a:endParaRPr/>
          </a:p>
        </p:txBody>
      </p:sp>
      <p:grpSp>
        <p:nvGrpSpPr>
          <p:cNvPr id="766" name="Google Shape;766;p84"/>
          <p:cNvGrpSpPr/>
          <p:nvPr/>
        </p:nvGrpSpPr>
        <p:grpSpPr>
          <a:xfrm>
            <a:off x="1149350" y="1600200"/>
            <a:ext cx="6853238" cy="4533901"/>
            <a:chOff x="724" y="1008"/>
            <a:chExt cx="4317" cy="2856"/>
          </a:xfrm>
        </p:grpSpPr>
        <p:sp>
          <p:nvSpPr>
            <p:cNvPr id="767" name="Google Shape;767;p84"/>
            <p:cNvSpPr/>
            <p:nvPr/>
          </p:nvSpPr>
          <p:spPr>
            <a:xfrm>
              <a:off x="724" y="1008"/>
              <a:ext cx="4312" cy="285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768" name="Google Shape;768;p84"/>
            <p:cNvPicPr preferRelativeResize="0"/>
            <p:nvPr/>
          </p:nvPicPr>
          <p:blipFill rotWithShape="1">
            <a:blip r:embed="rId3">
              <a:alphaModFix/>
            </a:blip>
            <a:srcRect/>
            <a:stretch/>
          </p:blipFill>
          <p:spPr>
            <a:xfrm>
              <a:off x="724" y="1008"/>
              <a:ext cx="4317" cy="2856"/>
            </a:xfrm>
            <a:prstGeom prst="rect">
              <a:avLst/>
            </a:prstGeom>
            <a:noFill/>
            <a:ln>
              <a:noFill/>
            </a:ln>
          </p:spPr>
        </p:pic>
      </p:grpSp>
    </p:spTree>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F4B16F-4242-CB48-7652-F1EBE489C6B1}"/>
              </a:ext>
            </a:extLst>
          </p:cNvPr>
          <p:cNvSpPr>
            <a:spLocks noGrp="1"/>
          </p:cNvSpPr>
          <p:nvPr>
            <p:ph type="title"/>
          </p:nvPr>
        </p:nvSpPr>
        <p:spPr/>
        <p:txBody>
          <a:bodyPr/>
          <a:lstStyle/>
          <a:p>
            <a:endParaRPr lang="en-MY"/>
          </a:p>
        </p:txBody>
      </p:sp>
      <p:sp>
        <p:nvSpPr>
          <p:cNvPr id="4" name="Slide Number Placeholder 3">
            <a:extLst>
              <a:ext uri="{FF2B5EF4-FFF2-40B4-BE49-F238E27FC236}">
                <a16:creationId xmlns:a16="http://schemas.microsoft.com/office/drawing/2014/main" id="{C615FB0A-65D0-4507-29C3-FDEDB05B2131}"/>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86</a:t>
            </a:fld>
            <a:endParaRPr lang="en-US"/>
          </a:p>
        </p:txBody>
      </p:sp>
      <p:pic>
        <p:nvPicPr>
          <p:cNvPr id="6" name="Picture 5">
            <a:extLst>
              <a:ext uri="{FF2B5EF4-FFF2-40B4-BE49-F238E27FC236}">
                <a16:creationId xmlns:a16="http://schemas.microsoft.com/office/drawing/2014/main" id="{361E2714-DA56-E44D-F915-6A4D4BC7D302}"/>
              </a:ext>
            </a:extLst>
          </p:cNvPr>
          <p:cNvPicPr>
            <a:picLocks noChangeAspect="1"/>
          </p:cNvPicPr>
          <p:nvPr/>
        </p:nvPicPr>
        <p:blipFill>
          <a:blip r:embed="rId2"/>
          <a:stretch>
            <a:fillRect/>
          </a:stretch>
        </p:blipFill>
        <p:spPr>
          <a:xfrm>
            <a:off x="736530" y="2095314"/>
            <a:ext cx="2948877" cy="1333686"/>
          </a:xfrm>
          <a:prstGeom prst="rect">
            <a:avLst/>
          </a:prstGeom>
        </p:spPr>
      </p:pic>
      <p:pic>
        <p:nvPicPr>
          <p:cNvPr id="8" name="Picture 7">
            <a:extLst>
              <a:ext uri="{FF2B5EF4-FFF2-40B4-BE49-F238E27FC236}">
                <a16:creationId xmlns:a16="http://schemas.microsoft.com/office/drawing/2014/main" id="{DE2612A8-D346-3699-BA55-C7BF160F0063}"/>
              </a:ext>
            </a:extLst>
          </p:cNvPr>
          <p:cNvPicPr>
            <a:picLocks noChangeAspect="1"/>
          </p:cNvPicPr>
          <p:nvPr/>
        </p:nvPicPr>
        <p:blipFill>
          <a:blip r:embed="rId3"/>
          <a:stretch>
            <a:fillRect/>
          </a:stretch>
        </p:blipFill>
        <p:spPr>
          <a:xfrm>
            <a:off x="4149201" y="1799742"/>
            <a:ext cx="4258269" cy="2592644"/>
          </a:xfrm>
          <a:prstGeom prst="rect">
            <a:avLst/>
          </a:prstGeom>
        </p:spPr>
      </p:pic>
      <p:pic>
        <p:nvPicPr>
          <p:cNvPr id="10" name="Picture 9">
            <a:extLst>
              <a:ext uri="{FF2B5EF4-FFF2-40B4-BE49-F238E27FC236}">
                <a16:creationId xmlns:a16="http://schemas.microsoft.com/office/drawing/2014/main" id="{F2062212-E1A9-49FC-CDDC-3AD2299F2427}"/>
              </a:ext>
            </a:extLst>
          </p:cNvPr>
          <p:cNvPicPr>
            <a:picLocks noChangeAspect="1"/>
          </p:cNvPicPr>
          <p:nvPr/>
        </p:nvPicPr>
        <p:blipFill>
          <a:blip r:embed="rId4"/>
          <a:stretch>
            <a:fillRect/>
          </a:stretch>
        </p:blipFill>
        <p:spPr>
          <a:xfrm>
            <a:off x="920994" y="4436433"/>
            <a:ext cx="4620270" cy="1642734"/>
          </a:xfrm>
          <a:prstGeom prst="rect">
            <a:avLst/>
          </a:prstGeom>
        </p:spPr>
      </p:pic>
    </p:spTree>
    <p:extLst>
      <p:ext uri="{BB962C8B-B14F-4D97-AF65-F5344CB8AC3E}">
        <p14:creationId xmlns:p14="http://schemas.microsoft.com/office/powerpoint/2010/main" val="385457429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BA724E-7C53-D4B8-E8F5-A6091B2211EF}"/>
              </a:ext>
            </a:extLst>
          </p:cNvPr>
          <p:cNvSpPr>
            <a:spLocks noGrp="1"/>
          </p:cNvSpPr>
          <p:nvPr>
            <p:ph type="title"/>
          </p:nvPr>
        </p:nvSpPr>
        <p:spPr/>
        <p:txBody>
          <a:bodyPr/>
          <a:lstStyle/>
          <a:p>
            <a:endParaRPr lang="en-MY"/>
          </a:p>
        </p:txBody>
      </p:sp>
      <p:sp>
        <p:nvSpPr>
          <p:cNvPr id="4" name="Slide Number Placeholder 3">
            <a:extLst>
              <a:ext uri="{FF2B5EF4-FFF2-40B4-BE49-F238E27FC236}">
                <a16:creationId xmlns:a16="http://schemas.microsoft.com/office/drawing/2014/main" id="{B62A25FE-A88A-9628-00B8-DBB198052712}"/>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87</a:t>
            </a:fld>
            <a:endParaRPr lang="en-US"/>
          </a:p>
        </p:txBody>
      </p:sp>
      <p:pic>
        <p:nvPicPr>
          <p:cNvPr id="6" name="Picture 5">
            <a:extLst>
              <a:ext uri="{FF2B5EF4-FFF2-40B4-BE49-F238E27FC236}">
                <a16:creationId xmlns:a16="http://schemas.microsoft.com/office/drawing/2014/main" id="{68207FD6-386B-B091-9252-70939E38261B}"/>
              </a:ext>
            </a:extLst>
          </p:cNvPr>
          <p:cNvPicPr>
            <a:picLocks noChangeAspect="1"/>
          </p:cNvPicPr>
          <p:nvPr/>
        </p:nvPicPr>
        <p:blipFill>
          <a:blip r:embed="rId2"/>
          <a:stretch>
            <a:fillRect/>
          </a:stretch>
        </p:blipFill>
        <p:spPr>
          <a:xfrm>
            <a:off x="651453" y="1342734"/>
            <a:ext cx="4706007" cy="2086266"/>
          </a:xfrm>
          <a:prstGeom prst="rect">
            <a:avLst/>
          </a:prstGeom>
        </p:spPr>
      </p:pic>
      <p:pic>
        <p:nvPicPr>
          <p:cNvPr id="8" name="Picture 7">
            <a:extLst>
              <a:ext uri="{FF2B5EF4-FFF2-40B4-BE49-F238E27FC236}">
                <a16:creationId xmlns:a16="http://schemas.microsoft.com/office/drawing/2014/main" id="{5C34A8A9-6348-FBD4-8A52-165699580EA8}"/>
              </a:ext>
            </a:extLst>
          </p:cNvPr>
          <p:cNvPicPr>
            <a:picLocks noChangeAspect="1"/>
          </p:cNvPicPr>
          <p:nvPr/>
        </p:nvPicPr>
        <p:blipFill>
          <a:blip r:embed="rId3"/>
          <a:stretch>
            <a:fillRect/>
          </a:stretch>
        </p:blipFill>
        <p:spPr>
          <a:xfrm>
            <a:off x="313268" y="3429000"/>
            <a:ext cx="5382376" cy="3003313"/>
          </a:xfrm>
          <a:prstGeom prst="rect">
            <a:avLst/>
          </a:prstGeom>
        </p:spPr>
      </p:pic>
    </p:spTree>
    <p:extLst>
      <p:ext uri="{BB962C8B-B14F-4D97-AF65-F5344CB8AC3E}">
        <p14:creationId xmlns:p14="http://schemas.microsoft.com/office/powerpoint/2010/main" val="1598499758"/>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635BB035-69B7-A603-50EC-502658B1C1E4}"/>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88</a:t>
            </a:fld>
            <a:endParaRPr lang="en-US"/>
          </a:p>
        </p:txBody>
      </p:sp>
      <p:pic>
        <p:nvPicPr>
          <p:cNvPr id="6" name="Picture 5">
            <a:extLst>
              <a:ext uri="{FF2B5EF4-FFF2-40B4-BE49-F238E27FC236}">
                <a16:creationId xmlns:a16="http://schemas.microsoft.com/office/drawing/2014/main" id="{958FA769-3EC1-1121-8BD7-8F690A045FED}"/>
              </a:ext>
            </a:extLst>
          </p:cNvPr>
          <p:cNvPicPr>
            <a:picLocks noChangeAspect="1"/>
          </p:cNvPicPr>
          <p:nvPr/>
        </p:nvPicPr>
        <p:blipFill>
          <a:blip r:embed="rId2"/>
          <a:stretch>
            <a:fillRect/>
          </a:stretch>
        </p:blipFill>
        <p:spPr>
          <a:xfrm>
            <a:off x="1175863" y="2750872"/>
            <a:ext cx="6792273" cy="2133898"/>
          </a:xfrm>
          <a:prstGeom prst="rect">
            <a:avLst/>
          </a:prstGeom>
        </p:spPr>
      </p:pic>
      <p:sp>
        <p:nvSpPr>
          <p:cNvPr id="8" name="TextBox 7">
            <a:extLst>
              <a:ext uri="{FF2B5EF4-FFF2-40B4-BE49-F238E27FC236}">
                <a16:creationId xmlns:a16="http://schemas.microsoft.com/office/drawing/2014/main" id="{0BBD1848-DA70-F858-2E49-6D06879490A8}"/>
              </a:ext>
            </a:extLst>
          </p:cNvPr>
          <p:cNvSpPr txBox="1"/>
          <p:nvPr/>
        </p:nvSpPr>
        <p:spPr>
          <a:xfrm>
            <a:off x="618669" y="4730881"/>
            <a:ext cx="7757889" cy="307777"/>
          </a:xfrm>
          <a:prstGeom prst="rect">
            <a:avLst/>
          </a:prstGeom>
          <a:noFill/>
        </p:spPr>
        <p:txBody>
          <a:bodyPr wrap="square">
            <a:spAutoFit/>
          </a:bodyPr>
          <a:lstStyle/>
          <a:p>
            <a:r>
              <a:rPr lang="en-MY" dirty="0"/>
              <a:t>There’s no row where all statements are true </a:t>
            </a:r>
            <a:r>
              <a:rPr lang="en-MY" dirty="0" err="1"/>
              <a:t>simultaneously.That</a:t>
            </a:r>
            <a:r>
              <a:rPr lang="en-MY" dirty="0"/>
              <a:t> means the set is unsatisfiable.</a:t>
            </a:r>
          </a:p>
        </p:txBody>
      </p:sp>
      <p:pic>
        <p:nvPicPr>
          <p:cNvPr id="10" name="Picture 9">
            <a:extLst>
              <a:ext uri="{FF2B5EF4-FFF2-40B4-BE49-F238E27FC236}">
                <a16:creationId xmlns:a16="http://schemas.microsoft.com/office/drawing/2014/main" id="{1766E9D0-2A5E-9B3E-1D98-6F9E949FE436}"/>
              </a:ext>
            </a:extLst>
          </p:cNvPr>
          <p:cNvPicPr>
            <a:picLocks noChangeAspect="1"/>
          </p:cNvPicPr>
          <p:nvPr/>
        </p:nvPicPr>
        <p:blipFill>
          <a:blip r:embed="rId3"/>
          <a:stretch>
            <a:fillRect/>
          </a:stretch>
        </p:blipFill>
        <p:spPr>
          <a:xfrm>
            <a:off x="618669" y="5137582"/>
            <a:ext cx="6535062" cy="1105054"/>
          </a:xfrm>
          <a:prstGeom prst="rect">
            <a:avLst/>
          </a:prstGeom>
        </p:spPr>
      </p:pic>
      <p:pic>
        <p:nvPicPr>
          <p:cNvPr id="12" name="Picture 11">
            <a:extLst>
              <a:ext uri="{FF2B5EF4-FFF2-40B4-BE49-F238E27FC236}">
                <a16:creationId xmlns:a16="http://schemas.microsoft.com/office/drawing/2014/main" id="{8780DB67-FF0D-6F47-EF1B-C0295D4B1CA9}"/>
              </a:ext>
            </a:extLst>
          </p:cNvPr>
          <p:cNvPicPr>
            <a:picLocks noChangeAspect="1"/>
          </p:cNvPicPr>
          <p:nvPr/>
        </p:nvPicPr>
        <p:blipFill>
          <a:blip r:embed="rId4"/>
          <a:stretch>
            <a:fillRect/>
          </a:stretch>
        </p:blipFill>
        <p:spPr>
          <a:xfrm>
            <a:off x="479310" y="137681"/>
            <a:ext cx="3880419" cy="2133899"/>
          </a:xfrm>
          <a:prstGeom prst="rect">
            <a:avLst/>
          </a:prstGeom>
        </p:spPr>
      </p:pic>
    </p:spTree>
    <p:extLst>
      <p:ext uri="{BB962C8B-B14F-4D97-AF65-F5344CB8AC3E}">
        <p14:creationId xmlns:p14="http://schemas.microsoft.com/office/powerpoint/2010/main" val="1238083476"/>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Shape 772"/>
        <p:cNvGrpSpPr/>
        <p:nvPr/>
      </p:nvGrpSpPr>
      <p:grpSpPr>
        <a:xfrm>
          <a:off x="0" y="0"/>
          <a:ext cx="0" cy="0"/>
          <a:chOff x="0" y="0"/>
          <a:chExt cx="0" cy="0"/>
        </a:xfrm>
      </p:grpSpPr>
      <p:sp>
        <p:nvSpPr>
          <p:cNvPr id="773" name="Google Shape;773;p8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Resolution Proof Tree</a:t>
            </a:r>
            <a:endParaRPr/>
          </a:p>
        </p:txBody>
      </p:sp>
      <p:grpSp>
        <p:nvGrpSpPr>
          <p:cNvPr id="774" name="Google Shape;774;p85"/>
          <p:cNvGrpSpPr/>
          <p:nvPr/>
        </p:nvGrpSpPr>
        <p:grpSpPr>
          <a:xfrm>
            <a:off x="1331913" y="1736725"/>
            <a:ext cx="7178675" cy="4354513"/>
            <a:chOff x="839" y="1094"/>
            <a:chExt cx="4522" cy="2743"/>
          </a:xfrm>
        </p:grpSpPr>
        <p:sp>
          <p:nvSpPr>
            <p:cNvPr id="775" name="Google Shape;775;p85"/>
            <p:cNvSpPr/>
            <p:nvPr/>
          </p:nvSpPr>
          <p:spPr>
            <a:xfrm>
              <a:off x="839" y="1094"/>
              <a:ext cx="4516" cy="2737"/>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776" name="Google Shape;776;p85"/>
            <p:cNvPicPr preferRelativeResize="0"/>
            <p:nvPr/>
          </p:nvPicPr>
          <p:blipFill rotWithShape="1">
            <a:blip r:embed="rId3">
              <a:alphaModFix/>
            </a:blip>
            <a:srcRect/>
            <a:stretch/>
          </p:blipFill>
          <p:spPr>
            <a:xfrm>
              <a:off x="839" y="1094"/>
              <a:ext cx="4522" cy="2743"/>
            </a:xfrm>
            <a:prstGeom prst="rect">
              <a:avLst/>
            </a:prstGeom>
            <a:noFill/>
            <a:ln>
              <a:noFill/>
            </a:ln>
          </p:spPr>
        </p:pic>
      </p:grpSp>
    </p:spTree>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Shape 780"/>
        <p:cNvGrpSpPr/>
        <p:nvPr/>
      </p:nvGrpSpPr>
      <p:grpSpPr>
        <a:xfrm>
          <a:off x="0" y="0"/>
          <a:ext cx="0" cy="0"/>
          <a:chOff x="0" y="0"/>
          <a:chExt cx="0" cy="0"/>
        </a:xfrm>
      </p:grpSpPr>
      <p:sp>
        <p:nvSpPr>
          <p:cNvPr id="781" name="Google Shape;781;p86"/>
          <p:cNvSpPr txBox="1">
            <a:spLocks noGrp="1"/>
          </p:cNvSpPr>
          <p:nvPr>
            <p:ph type="title"/>
          </p:nvPr>
        </p:nvSpPr>
        <p:spPr>
          <a:xfrm>
            <a:off x="914400" y="277813"/>
            <a:ext cx="7772400" cy="639762"/>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r>
              <a:rPr lang="en-US" b="1"/>
              <a:t>Resolution Strategies</a:t>
            </a:r>
            <a:endParaRPr/>
          </a:p>
        </p:txBody>
      </p:sp>
      <p:sp>
        <p:nvSpPr>
          <p:cNvPr id="782" name="Google Shape;782;p86"/>
          <p:cNvSpPr/>
          <p:nvPr/>
        </p:nvSpPr>
        <p:spPr>
          <a:xfrm>
            <a:off x="1331913" y="5337175"/>
            <a:ext cx="5580062" cy="647700"/>
          </a:xfrm>
          <a:prstGeom prst="ellipse">
            <a:avLst/>
          </a:prstGeom>
          <a:noFill/>
          <a:ln w="38100" cap="sq" cmpd="sng">
            <a:solidFill>
              <a:schemeClr val="accent2"/>
            </a:solidFill>
            <a:prstDash val="solid"/>
            <a:round/>
            <a:headEnd type="none" w="sm" len="sm"/>
            <a:tailEnd type="none" w="sm" len="sm"/>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grpSp>
        <p:nvGrpSpPr>
          <p:cNvPr id="783" name="Google Shape;783;p86"/>
          <p:cNvGrpSpPr/>
          <p:nvPr/>
        </p:nvGrpSpPr>
        <p:grpSpPr>
          <a:xfrm>
            <a:off x="1069975" y="1600200"/>
            <a:ext cx="7011988" cy="4533901"/>
            <a:chOff x="674" y="1008"/>
            <a:chExt cx="4417" cy="2856"/>
          </a:xfrm>
        </p:grpSpPr>
        <p:sp>
          <p:nvSpPr>
            <p:cNvPr id="784" name="Google Shape;784;p86"/>
            <p:cNvSpPr/>
            <p:nvPr/>
          </p:nvSpPr>
          <p:spPr>
            <a:xfrm>
              <a:off x="674" y="1008"/>
              <a:ext cx="4412" cy="285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Calibri"/>
                <a:ea typeface="Calibri"/>
                <a:cs typeface="Calibri"/>
                <a:sym typeface="Calibri"/>
              </a:endParaRPr>
            </a:p>
          </p:txBody>
        </p:sp>
        <p:pic>
          <p:nvPicPr>
            <p:cNvPr id="785" name="Google Shape;785;p86"/>
            <p:cNvPicPr preferRelativeResize="0"/>
            <p:nvPr/>
          </p:nvPicPr>
          <p:blipFill rotWithShape="1">
            <a:blip r:embed="rId3">
              <a:alphaModFix/>
            </a:blip>
            <a:srcRect/>
            <a:stretch/>
          </p:blipFill>
          <p:spPr>
            <a:xfrm>
              <a:off x="674" y="1008"/>
              <a:ext cx="4417" cy="2856"/>
            </a:xfrm>
            <a:prstGeom prst="rect">
              <a:avLst/>
            </a:prstGeom>
            <a:noFill/>
            <a:ln>
              <a:noFill/>
            </a:ln>
          </p:spPr>
        </p:pic>
      </p:grpSp>
    </p:spTree>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Shape 789"/>
        <p:cNvGrpSpPr/>
        <p:nvPr/>
      </p:nvGrpSpPr>
      <p:grpSpPr>
        <a:xfrm>
          <a:off x="0" y="0"/>
          <a:ext cx="0" cy="0"/>
          <a:chOff x="0" y="0"/>
          <a:chExt cx="0" cy="0"/>
        </a:xfrm>
      </p:grpSpPr>
      <p:sp>
        <p:nvSpPr>
          <p:cNvPr id="790" name="Google Shape;790;p87"/>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fontScale="90000"/>
          </a:bodyPr>
          <a:lstStyle/>
          <a:p>
            <a:pPr marL="0" lvl="0" indent="0" algn="ctr" rtl="0">
              <a:lnSpc>
                <a:spcPct val="100000"/>
              </a:lnSpc>
              <a:spcBef>
                <a:spcPts val="0"/>
              </a:spcBef>
              <a:spcAft>
                <a:spcPts val="0"/>
              </a:spcAft>
              <a:buClr>
                <a:schemeClr val="dk1"/>
              </a:buClr>
              <a:buSzPct val="100000"/>
              <a:buFont typeface="Calibri"/>
              <a:buNone/>
            </a:pPr>
            <a:br>
              <a:rPr lang="en-US" sz="3200" b="1"/>
            </a:br>
            <a:r>
              <a:rPr lang="en-US" sz="3200" b="1" u="sng">
                <a:solidFill>
                  <a:schemeClr val="hlink"/>
                </a:solidFill>
                <a:hlinkClick r:id="rId3"/>
              </a:rPr>
              <a:t>In resolution refutation, can we use a clause that have been resolved?</a:t>
            </a:r>
            <a:br>
              <a:rPr lang="en-US" b="1"/>
            </a:br>
            <a:endParaRPr/>
          </a:p>
        </p:txBody>
      </p:sp>
      <p:sp>
        <p:nvSpPr>
          <p:cNvPr id="791" name="Google Shape;791;p87"/>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400"/>
              <a:buChar char="•"/>
            </a:pPr>
            <a:r>
              <a:rPr lang="en-US" sz="2400"/>
              <a:t>In resolution if we have a set S composed of three clause C1, C2 and C3 and we want to proof that C4 is derivable from S using refutation:</a:t>
            </a:r>
            <a:endParaRPr/>
          </a:p>
          <a:p>
            <a:pPr marL="342900" lvl="0" indent="-342900" algn="l" rtl="0">
              <a:lnSpc>
                <a:spcPct val="100000"/>
              </a:lnSpc>
              <a:spcBef>
                <a:spcPts val="480"/>
              </a:spcBef>
              <a:spcAft>
                <a:spcPts val="0"/>
              </a:spcAft>
              <a:buClr>
                <a:schemeClr val="dk1"/>
              </a:buClr>
              <a:buSzPts val="2400"/>
              <a:buChar char="•"/>
            </a:pPr>
            <a:r>
              <a:rPr lang="en-US" sz="2400"/>
              <a:t>Suppose we've resolved C1 and C2 to C5, can we resolve C1 with C5 or C3 or C4 or C2 cause even it has been resolved?</a:t>
            </a:r>
            <a:endParaRPr/>
          </a:p>
          <a:p>
            <a:pPr marL="342900" lvl="0" indent="-342900" algn="l" rtl="0">
              <a:lnSpc>
                <a:spcPct val="100000"/>
              </a:lnSpc>
              <a:spcBef>
                <a:spcPts val="480"/>
              </a:spcBef>
              <a:spcAft>
                <a:spcPts val="0"/>
              </a:spcAft>
              <a:buClr>
                <a:schemeClr val="dk1"/>
              </a:buClr>
              <a:buSzPts val="2400"/>
              <a:buChar char="•"/>
            </a:pPr>
            <a:r>
              <a:rPr lang="en-US" sz="2400"/>
              <a:t>And if we want to conceive an algorithm for that do we have to delete each resolved couple of clauses from or initial set I= {S, ¬C4} and add the resolvent instead?</a:t>
            </a:r>
            <a:endParaRPr/>
          </a:p>
          <a:p>
            <a:pPr marL="342900" lvl="0" indent="-342900" algn="l" rtl="0">
              <a:lnSpc>
                <a:spcPct val="100000"/>
              </a:lnSpc>
              <a:spcBef>
                <a:spcPts val="480"/>
              </a:spcBef>
              <a:spcAft>
                <a:spcPts val="0"/>
              </a:spcAft>
              <a:buClr>
                <a:schemeClr val="dk1"/>
              </a:buClr>
              <a:buSzPts val="2400"/>
              <a:buChar char="•"/>
            </a:pPr>
            <a:r>
              <a:rPr lang="en-US" sz="2400"/>
              <a:t>And lastly, do we have to use all the clause to derive ⊥ or we stop once we find ⊥ even if we find it in the first step? </a:t>
            </a:r>
            <a:endParaRPr/>
          </a:p>
          <a:p>
            <a:pPr marL="342900" lvl="0" indent="-139700" algn="l" rtl="0">
              <a:lnSpc>
                <a:spcPct val="100000"/>
              </a:lnSpc>
              <a:spcBef>
                <a:spcPts val="640"/>
              </a:spcBef>
              <a:spcAft>
                <a:spcPts val="0"/>
              </a:spcAft>
              <a:buClr>
                <a:schemeClr val="dk1"/>
              </a:buClr>
              <a:buSzPts val="3200"/>
              <a:buNone/>
            </a:pPr>
            <a:endParaRPr/>
          </a:p>
        </p:txBody>
      </p:sp>
    </p:spTree>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Shape 795"/>
        <p:cNvGrpSpPr/>
        <p:nvPr/>
      </p:nvGrpSpPr>
      <p:grpSpPr>
        <a:xfrm>
          <a:off x="0" y="0"/>
          <a:ext cx="0" cy="0"/>
          <a:chOff x="0" y="0"/>
          <a:chExt cx="0" cy="0"/>
        </a:xfrm>
      </p:grpSpPr>
      <p:sp>
        <p:nvSpPr>
          <p:cNvPr id="796" name="Google Shape;796;p88"/>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Answers </a:t>
            </a:r>
            <a:endParaRPr b="1"/>
          </a:p>
        </p:txBody>
      </p:sp>
      <p:sp>
        <p:nvSpPr>
          <p:cNvPr id="797" name="Google Shape;797;p88"/>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2800"/>
              <a:buChar char="•"/>
            </a:pPr>
            <a:r>
              <a:rPr lang="en-US" sz="2800"/>
              <a:t>Suppose we've resolved C1 and C2 to C5, can we resolve C1 with C5 or C2?	</a:t>
            </a:r>
            <a:endParaRPr/>
          </a:p>
          <a:p>
            <a:pPr marL="342900" lvl="0" indent="-342900" algn="l" rtl="0">
              <a:lnSpc>
                <a:spcPct val="100000"/>
              </a:lnSpc>
              <a:spcBef>
                <a:spcPts val="560"/>
              </a:spcBef>
              <a:spcAft>
                <a:spcPts val="0"/>
              </a:spcAft>
              <a:buClr>
                <a:schemeClr val="dk1"/>
              </a:buClr>
              <a:buSzPts val="2800"/>
              <a:buFont typeface="Arial"/>
              <a:buNone/>
            </a:pPr>
            <a:r>
              <a:rPr lang="en-US" sz="2800"/>
              <a:t>	No, not really. If C1 and C2 can be resolved in more than one way, then all those resolvents are tautologies. And if C1 can be resolved with C5, then it can also be resolved with C2 in a second way (assuming C1 is not a tautology, and hence cannot be resolved with itself).</a:t>
            </a:r>
            <a:endParaRPr/>
          </a:p>
          <a:p>
            <a:pPr marL="342900" lvl="0" indent="-139700" algn="l" rtl="0">
              <a:lnSpc>
                <a:spcPct val="100000"/>
              </a:lnSpc>
              <a:spcBef>
                <a:spcPts val="640"/>
              </a:spcBef>
              <a:spcAft>
                <a:spcPts val="0"/>
              </a:spcAft>
              <a:buClr>
                <a:schemeClr val="dk1"/>
              </a:buClr>
              <a:buSzPts val="3200"/>
              <a:buNone/>
            </a:pPr>
            <a:endParaRPr/>
          </a:p>
        </p:txBody>
      </p:sp>
    </p:spTree>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Shape 801"/>
        <p:cNvGrpSpPr/>
        <p:nvPr/>
      </p:nvGrpSpPr>
      <p:grpSpPr>
        <a:xfrm>
          <a:off x="0" y="0"/>
          <a:ext cx="0" cy="0"/>
          <a:chOff x="0" y="0"/>
          <a:chExt cx="0" cy="0"/>
        </a:xfrm>
      </p:grpSpPr>
      <p:sp>
        <p:nvSpPr>
          <p:cNvPr id="802" name="Google Shape;802;p89"/>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Answers..</a:t>
            </a:r>
            <a:endParaRPr b="1"/>
          </a:p>
        </p:txBody>
      </p:sp>
      <p:sp>
        <p:nvSpPr>
          <p:cNvPr id="803" name="Google Shape;803;p89"/>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100000"/>
              </a:lnSpc>
              <a:spcBef>
                <a:spcPts val="0"/>
              </a:spcBef>
              <a:spcAft>
                <a:spcPts val="0"/>
              </a:spcAft>
              <a:buClr>
                <a:schemeClr val="dk1"/>
              </a:buClr>
              <a:buSzPts val="3200"/>
              <a:buChar char="•"/>
            </a:pPr>
            <a:r>
              <a:rPr lang="en-US"/>
              <a:t>Can we resolve C1 with C3 or C4 cause even it has been resolved?</a:t>
            </a:r>
            <a:endParaRPr/>
          </a:p>
          <a:p>
            <a:pPr marL="342900" lvl="0" indent="-342900" algn="l" rtl="0">
              <a:lnSpc>
                <a:spcPct val="100000"/>
              </a:lnSpc>
              <a:spcBef>
                <a:spcPts val="640"/>
              </a:spcBef>
              <a:spcAft>
                <a:spcPts val="0"/>
              </a:spcAft>
              <a:buClr>
                <a:schemeClr val="dk1"/>
              </a:buClr>
              <a:buSzPts val="3200"/>
              <a:buFont typeface="Arial"/>
              <a:buNone/>
            </a:pPr>
            <a:r>
              <a:rPr lang="en-US"/>
              <a:t>	We can (and often must) resolve C1 with C3, even so it has already been resolved with C2. We don't need to resolve any clause with C4 itself, rather the negation of C4 must be brought into a conjunctive normal form. The clauses of that normal for have to be added to our set S.</a:t>
            </a:r>
            <a:endParaRPr/>
          </a:p>
        </p:txBody>
      </p:sp>
    </p:spTree>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Shape 807"/>
        <p:cNvGrpSpPr/>
        <p:nvPr/>
      </p:nvGrpSpPr>
      <p:grpSpPr>
        <a:xfrm>
          <a:off x="0" y="0"/>
          <a:ext cx="0" cy="0"/>
          <a:chOff x="0" y="0"/>
          <a:chExt cx="0" cy="0"/>
        </a:xfrm>
      </p:grpSpPr>
      <p:sp>
        <p:nvSpPr>
          <p:cNvPr id="808" name="Google Shape;808;p90"/>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Answers ..</a:t>
            </a:r>
            <a:endParaRPr b="1"/>
          </a:p>
        </p:txBody>
      </p:sp>
      <p:sp>
        <p:nvSpPr>
          <p:cNvPr id="809" name="Google Shape;809;p90"/>
          <p:cNvSpPr txBox="1">
            <a:spLocks noGrp="1"/>
          </p:cNvSpPr>
          <p:nvPr>
            <p:ph type="body" idx="1"/>
          </p:nvPr>
        </p:nvSpPr>
        <p:spPr>
          <a:xfrm>
            <a:off x="435429" y="1752600"/>
            <a:ext cx="8229600" cy="4525963"/>
          </a:xfrm>
          <a:prstGeom prst="rect">
            <a:avLst/>
          </a:prstGeom>
          <a:noFill/>
          <a:ln>
            <a:noFill/>
          </a:ln>
        </p:spPr>
        <p:txBody>
          <a:bodyPr spcFirstLastPara="1" wrap="square" lIns="91425" tIns="45700" rIns="91425" bIns="45700" anchor="t" anchorCtr="0">
            <a:normAutofit lnSpcReduction="10000"/>
          </a:bodyPr>
          <a:lstStyle/>
          <a:p>
            <a:pPr marL="342900" lvl="0" indent="-342900" algn="l" rtl="0">
              <a:lnSpc>
                <a:spcPct val="100000"/>
              </a:lnSpc>
              <a:spcBef>
                <a:spcPts val="0"/>
              </a:spcBef>
              <a:spcAft>
                <a:spcPts val="0"/>
              </a:spcAft>
              <a:buClr>
                <a:schemeClr val="dk1"/>
              </a:buClr>
              <a:buSzPct val="100000"/>
              <a:buChar char="•"/>
            </a:pPr>
            <a:r>
              <a:rPr lang="en-US" sz="2800"/>
              <a:t>And if we want to conceive an algorithm for that do we have to delete each resolved couple of clauses from or initial set I= {S, ¬C4} and add the resolvent instead?</a:t>
            </a:r>
            <a:endParaRPr/>
          </a:p>
          <a:p>
            <a:pPr marL="742950" lvl="1" indent="-285750" algn="l" rtl="0">
              <a:lnSpc>
                <a:spcPct val="100000"/>
              </a:lnSpc>
              <a:spcBef>
                <a:spcPts val="444"/>
              </a:spcBef>
              <a:spcAft>
                <a:spcPts val="0"/>
              </a:spcAft>
              <a:buClr>
                <a:schemeClr val="dk1"/>
              </a:buClr>
              <a:buSzPct val="100000"/>
              <a:buChar char="–"/>
            </a:pPr>
            <a:r>
              <a:rPr lang="en-US" sz="2400"/>
              <a:t>No, that would be too simple. What you actually do is to select a variable that you want to eliminate from the clauses in the set S, and </a:t>
            </a:r>
            <a:r>
              <a:rPr lang="en-US" sz="2400" u="sng">
                <a:solidFill>
                  <a:schemeClr val="hlink"/>
                </a:solidFill>
                <a:hlinkClick r:id="rId3"/>
              </a:rPr>
              <a:t>then</a:t>
            </a:r>
            <a:r>
              <a:rPr lang="en-US" sz="2400"/>
              <a:t>:</a:t>
            </a:r>
            <a:endParaRPr/>
          </a:p>
          <a:p>
            <a:pPr marL="742950" lvl="1" indent="-285750" algn="l" rtl="0">
              <a:lnSpc>
                <a:spcPct val="100000"/>
              </a:lnSpc>
              <a:spcBef>
                <a:spcPts val="444"/>
              </a:spcBef>
              <a:spcAft>
                <a:spcPts val="0"/>
              </a:spcAft>
              <a:buClr>
                <a:schemeClr val="dk1"/>
              </a:buClr>
              <a:buSzPct val="100000"/>
              <a:buChar char="–"/>
            </a:pPr>
            <a:r>
              <a:rPr lang="en-US" sz="2400"/>
              <a:t>for every clause C containing the variable and every clause N containing the negation of the variable </a:t>
            </a:r>
            <a:endParaRPr/>
          </a:p>
          <a:p>
            <a:pPr marL="742950" lvl="1" indent="-285750" algn="l" rtl="0">
              <a:lnSpc>
                <a:spcPct val="100000"/>
              </a:lnSpc>
              <a:spcBef>
                <a:spcPts val="444"/>
              </a:spcBef>
              <a:spcAft>
                <a:spcPts val="0"/>
              </a:spcAft>
              <a:buClr>
                <a:schemeClr val="dk1"/>
              </a:buClr>
              <a:buSzPct val="100000"/>
              <a:buChar char="–"/>
            </a:pPr>
            <a:r>
              <a:rPr lang="en-US" sz="2400"/>
              <a:t>resolve C and N and add the resolvent to the set S</a:t>
            </a:r>
            <a:endParaRPr/>
          </a:p>
          <a:p>
            <a:pPr marL="742950" lvl="1" indent="-285750" algn="l" rtl="0">
              <a:lnSpc>
                <a:spcPct val="100000"/>
              </a:lnSpc>
              <a:spcBef>
                <a:spcPts val="444"/>
              </a:spcBef>
              <a:spcAft>
                <a:spcPts val="0"/>
              </a:spcAft>
              <a:buClr>
                <a:schemeClr val="dk1"/>
              </a:buClr>
              <a:buSzPct val="100000"/>
              <a:buChar char="–"/>
            </a:pPr>
            <a:r>
              <a:rPr lang="en-US" sz="2400"/>
              <a:t>remove all original clauses containing the variable or its negation from the set S</a:t>
            </a:r>
            <a:endParaRPr/>
          </a:p>
          <a:p>
            <a:pPr marL="342900" lvl="0" indent="-342900" algn="l" rtl="0">
              <a:lnSpc>
                <a:spcPct val="100000"/>
              </a:lnSpc>
              <a:spcBef>
                <a:spcPts val="518"/>
              </a:spcBef>
              <a:spcAft>
                <a:spcPts val="0"/>
              </a:spcAft>
              <a:buClr>
                <a:schemeClr val="dk1"/>
              </a:buClr>
              <a:buSzPct val="100000"/>
              <a:buFont typeface="Arial"/>
              <a:buNone/>
            </a:pPr>
            <a:endParaRPr sz="2800"/>
          </a:p>
        </p:txBody>
      </p:sp>
    </p:spTree>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Shape 813"/>
        <p:cNvGrpSpPr/>
        <p:nvPr/>
      </p:nvGrpSpPr>
      <p:grpSpPr>
        <a:xfrm>
          <a:off x="0" y="0"/>
          <a:ext cx="0" cy="0"/>
          <a:chOff x="0" y="0"/>
          <a:chExt cx="0" cy="0"/>
        </a:xfrm>
      </p:grpSpPr>
      <p:sp>
        <p:nvSpPr>
          <p:cNvPr id="814" name="Google Shape;814;p91"/>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Answers..</a:t>
            </a:r>
            <a:endParaRPr b="1"/>
          </a:p>
        </p:txBody>
      </p:sp>
      <p:sp>
        <p:nvSpPr>
          <p:cNvPr id="815" name="Google Shape;815;p91"/>
          <p:cNvSpPr txBox="1">
            <a:spLocks noGrp="1"/>
          </p:cNvSpPr>
          <p:nvPr>
            <p:ph type="body" idx="1"/>
          </p:nvPr>
        </p:nvSpPr>
        <p:spPr>
          <a:xfrm>
            <a:off x="457200" y="1600200"/>
            <a:ext cx="8229600" cy="452596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chemeClr val="dk1"/>
              </a:buClr>
              <a:buSzPts val="3200"/>
              <a:buChar char="•"/>
            </a:pPr>
            <a:r>
              <a:rPr lang="en-US"/>
              <a:t>And lastly, do we have to use all the clause to derive ⊥ or we stop once we find ⊥ even if we find it in the first step? </a:t>
            </a:r>
            <a:endParaRPr/>
          </a:p>
          <a:p>
            <a:pPr marL="342900" lvl="0" indent="-342900" algn="l" rtl="0">
              <a:lnSpc>
                <a:spcPct val="100000"/>
              </a:lnSpc>
              <a:spcBef>
                <a:spcPts val="640"/>
              </a:spcBef>
              <a:spcAft>
                <a:spcPts val="0"/>
              </a:spcAft>
              <a:buClr>
                <a:schemeClr val="dk1"/>
              </a:buClr>
              <a:buSzPts val="3200"/>
              <a:buFont typeface="Arial"/>
              <a:buNone/>
            </a:pPr>
            <a:r>
              <a:rPr lang="en-US"/>
              <a:t>	We stop once we find ⊥.</a:t>
            </a:r>
            <a:endParaRPr/>
          </a:p>
          <a:p>
            <a:pPr marL="342900" lvl="0" indent="-139700" algn="l" rtl="0">
              <a:lnSpc>
                <a:spcPct val="100000"/>
              </a:lnSpc>
              <a:spcBef>
                <a:spcPts val="640"/>
              </a:spcBef>
              <a:spcAft>
                <a:spcPts val="0"/>
              </a:spcAft>
              <a:buClr>
                <a:schemeClr val="dk1"/>
              </a:buClr>
              <a:buSzPts val="3200"/>
              <a:buNone/>
            </a:pPr>
            <a:endParaRPr/>
          </a:p>
        </p:txBody>
      </p:sp>
    </p:spTree>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Shape 819"/>
        <p:cNvGrpSpPr/>
        <p:nvPr/>
      </p:nvGrpSpPr>
      <p:grpSpPr>
        <a:xfrm>
          <a:off x="0" y="0"/>
          <a:ext cx="0" cy="0"/>
          <a:chOff x="0" y="0"/>
          <a:chExt cx="0" cy="0"/>
        </a:xfrm>
      </p:grpSpPr>
      <p:sp>
        <p:nvSpPr>
          <p:cNvPr id="820" name="Google Shape;820;p92"/>
          <p:cNvSpPr/>
          <p:nvPr/>
        </p:nvSpPr>
        <p:spPr>
          <a:xfrm>
            <a:off x="1295400" y="60325"/>
            <a:ext cx="8364537" cy="1143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2800"/>
              <a:buFont typeface="Arial"/>
              <a:buNone/>
            </a:pPr>
            <a:r>
              <a:rPr lang="en-US" sz="2800" b="1" i="0" u="none" strike="noStrike" cap="none">
                <a:solidFill>
                  <a:schemeClr val="dk1"/>
                </a:solidFill>
                <a:latin typeface="Calibri"/>
                <a:ea typeface="Calibri"/>
                <a:cs typeface="Calibri"/>
                <a:sym typeface="Calibri"/>
              </a:rPr>
              <a:t>Example: Translate the KB into propositional logic </a:t>
            </a:r>
            <a:endParaRPr sz="1400" b="0" i="0" u="none" strike="noStrike" cap="none">
              <a:solidFill>
                <a:srgbClr val="000000"/>
              </a:solidFill>
              <a:latin typeface="Arial"/>
              <a:ea typeface="Arial"/>
              <a:cs typeface="Arial"/>
              <a:sym typeface="Arial"/>
            </a:endParaRPr>
          </a:p>
        </p:txBody>
      </p:sp>
      <p:sp>
        <p:nvSpPr>
          <p:cNvPr id="821" name="Google Shape;821;p92"/>
          <p:cNvSpPr/>
          <p:nvPr/>
        </p:nvSpPr>
        <p:spPr>
          <a:xfrm>
            <a:off x="609600" y="1997075"/>
            <a:ext cx="7678737" cy="24765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chemeClr val="folHlink"/>
              </a:buClr>
              <a:buSzPts val="2520"/>
              <a:buFont typeface="Noto Sans Symbols"/>
              <a:buChar char="■"/>
            </a:pPr>
            <a:r>
              <a:rPr lang="en-US" sz="2800" b="0" i="0" u="none" strike="noStrike" cap="none">
                <a:solidFill>
                  <a:schemeClr val="dk1"/>
                </a:solidFill>
                <a:latin typeface="Arial"/>
                <a:ea typeface="Arial"/>
                <a:cs typeface="Arial"/>
                <a:sym typeface="Arial"/>
              </a:rPr>
              <a:t>If it is hot and humid, then it is raining. If it is humid, then it is hot. It is humid. Is it Raining?</a:t>
            </a:r>
            <a:endParaRPr sz="1400" b="0" i="0" u="none" strike="noStrike" cap="none">
              <a:solidFill>
                <a:srgbClr val="000000"/>
              </a:solidFill>
              <a:latin typeface="Arial"/>
              <a:ea typeface="Arial"/>
              <a:cs typeface="Arial"/>
              <a:sym typeface="Arial"/>
            </a:endParaRPr>
          </a:p>
          <a:p>
            <a:pPr marL="742950" marR="0" lvl="1" indent="-285750" algn="l" rtl="0">
              <a:lnSpc>
                <a:spcPct val="90000"/>
              </a:lnSpc>
              <a:spcBef>
                <a:spcPts val="520"/>
              </a:spcBef>
              <a:spcAft>
                <a:spcPts val="0"/>
              </a:spcAft>
              <a:buClr>
                <a:schemeClr val="accent1"/>
              </a:buClr>
              <a:buSzPts val="1950"/>
              <a:buFont typeface="Noto Sans Symbols"/>
              <a:buNone/>
            </a:pPr>
            <a:r>
              <a:rPr lang="en-US" sz="2600" b="0" i="0" u="none" strike="noStrike" cap="none">
                <a:solidFill>
                  <a:schemeClr val="dk1"/>
                </a:solidFill>
                <a:latin typeface="Arial"/>
                <a:ea typeface="Arial"/>
                <a:cs typeface="Arial"/>
                <a:sym typeface="Arial"/>
              </a:rPr>
              <a:t>	H	It is hot.</a:t>
            </a:r>
            <a:endParaRPr sz="1400" b="0" i="0" u="none" strike="noStrike" cap="none">
              <a:solidFill>
                <a:srgbClr val="000000"/>
              </a:solidFill>
              <a:latin typeface="Arial"/>
              <a:ea typeface="Arial"/>
              <a:cs typeface="Arial"/>
              <a:sym typeface="Arial"/>
            </a:endParaRPr>
          </a:p>
          <a:p>
            <a:pPr marL="742950" marR="0" lvl="1" indent="-285750" algn="l" rtl="0">
              <a:lnSpc>
                <a:spcPct val="90000"/>
              </a:lnSpc>
              <a:spcBef>
                <a:spcPts val="520"/>
              </a:spcBef>
              <a:spcAft>
                <a:spcPts val="0"/>
              </a:spcAft>
              <a:buClr>
                <a:schemeClr val="accent1"/>
              </a:buClr>
              <a:buSzPts val="1950"/>
              <a:buFont typeface="Noto Sans Symbols"/>
              <a:buNone/>
            </a:pPr>
            <a:r>
              <a:rPr lang="en-US" sz="2600" b="0" i="0" u="none" strike="noStrike" cap="none">
                <a:solidFill>
                  <a:schemeClr val="dk1"/>
                </a:solidFill>
                <a:latin typeface="Arial"/>
                <a:ea typeface="Arial"/>
                <a:cs typeface="Arial"/>
                <a:sym typeface="Arial"/>
              </a:rPr>
              <a:t>	D	It is humid.</a:t>
            </a:r>
            <a:endParaRPr sz="1400" b="0" i="0" u="none" strike="noStrike" cap="none">
              <a:solidFill>
                <a:srgbClr val="000000"/>
              </a:solidFill>
              <a:latin typeface="Arial"/>
              <a:ea typeface="Arial"/>
              <a:cs typeface="Arial"/>
              <a:sym typeface="Arial"/>
            </a:endParaRPr>
          </a:p>
          <a:p>
            <a:pPr marL="742950" marR="0" lvl="1" indent="-285750" algn="l" rtl="0">
              <a:lnSpc>
                <a:spcPct val="90000"/>
              </a:lnSpc>
              <a:spcBef>
                <a:spcPts val="520"/>
              </a:spcBef>
              <a:spcAft>
                <a:spcPts val="0"/>
              </a:spcAft>
              <a:buClr>
                <a:schemeClr val="accent1"/>
              </a:buClr>
              <a:buSzPts val="1950"/>
              <a:buFont typeface="Noto Sans Symbols"/>
              <a:buNone/>
            </a:pPr>
            <a:r>
              <a:rPr lang="en-US" sz="2600" b="0" i="0" u="none" strike="noStrike" cap="none">
                <a:solidFill>
                  <a:schemeClr val="dk1"/>
                </a:solidFill>
                <a:latin typeface="Arial"/>
                <a:ea typeface="Arial"/>
                <a:cs typeface="Arial"/>
                <a:sym typeface="Arial"/>
              </a:rPr>
              <a:t>	R	It is raining. </a:t>
            </a:r>
            <a:endParaRPr sz="1400" b="0" i="0" u="none" strike="noStrike" cap="none">
              <a:solidFill>
                <a:srgbClr val="000000"/>
              </a:solidFill>
              <a:latin typeface="Arial"/>
              <a:ea typeface="Arial"/>
              <a:cs typeface="Arial"/>
              <a:sym typeface="Arial"/>
            </a:endParaRPr>
          </a:p>
          <a:p>
            <a:pPr marL="742950" marR="0" lvl="1" indent="-285750" algn="l" rtl="0">
              <a:lnSpc>
                <a:spcPct val="90000"/>
              </a:lnSpc>
              <a:spcBef>
                <a:spcPts val="520"/>
              </a:spcBef>
              <a:spcAft>
                <a:spcPts val="0"/>
              </a:spcAft>
              <a:buClr>
                <a:schemeClr val="accent1"/>
              </a:buClr>
              <a:buSzPts val="1950"/>
              <a:buFont typeface="Noto Sans Symbols"/>
              <a:buNone/>
            </a:pPr>
            <a:endParaRPr sz="2600" b="0" i="0" u="none" strike="noStrike" cap="none">
              <a:solidFill>
                <a:schemeClr val="dk1"/>
              </a:solidFill>
              <a:latin typeface="Arial"/>
              <a:ea typeface="Arial"/>
              <a:cs typeface="Arial"/>
              <a:sym typeface="Arial"/>
            </a:endParaRPr>
          </a:p>
          <a:p>
            <a:pPr marL="342900" marR="0" lvl="0" indent="-342900" algn="l" rtl="0">
              <a:lnSpc>
                <a:spcPct val="90000"/>
              </a:lnSpc>
              <a:spcBef>
                <a:spcPts val="560"/>
              </a:spcBef>
              <a:spcAft>
                <a:spcPts val="0"/>
              </a:spcAft>
              <a:buClr>
                <a:schemeClr val="folHlink"/>
              </a:buClr>
              <a:buSzPts val="2520"/>
              <a:buFont typeface="Noto Sans Symbols"/>
              <a:buNone/>
            </a:pPr>
            <a:endParaRPr sz="2800" b="0" i="0" u="none" strike="noStrike" cap="none">
              <a:solidFill>
                <a:schemeClr val="dk1"/>
              </a:solidFill>
              <a:latin typeface="Arial"/>
              <a:ea typeface="Arial"/>
              <a:cs typeface="Arial"/>
              <a:sym typeface="Arial"/>
            </a:endParaRPr>
          </a:p>
        </p:txBody>
      </p:sp>
      <p:sp>
        <p:nvSpPr>
          <p:cNvPr id="822" name="Google Shape;822;p92"/>
          <p:cNvSpPr txBox="1"/>
          <p:nvPr/>
        </p:nvSpPr>
        <p:spPr>
          <a:xfrm>
            <a:off x="1079500" y="4473575"/>
            <a:ext cx="7524750" cy="1554163"/>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Arial"/>
                <a:ea typeface="Arial"/>
                <a:cs typeface="Arial"/>
                <a:sym typeface="Arial"/>
              </a:rPr>
              <a:t>1. If it is hot and humid, then it is raining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Arial"/>
                <a:ea typeface="Arial"/>
                <a:cs typeface="Arial"/>
                <a:sym typeface="Arial"/>
              </a:rPr>
              <a:t>2. If it is humid, then it is hot </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3200"/>
              <a:buFont typeface="Arial"/>
              <a:buNone/>
            </a:pPr>
            <a:r>
              <a:rPr lang="en-US" sz="3200" b="0" i="0" u="none" strike="noStrike" cap="none">
                <a:solidFill>
                  <a:schemeClr val="dk1"/>
                </a:solidFill>
                <a:latin typeface="Arial"/>
                <a:ea typeface="Arial"/>
                <a:cs typeface="Arial"/>
                <a:sym typeface="Arial"/>
              </a:rPr>
              <a:t>3. It is humid</a:t>
            </a:r>
            <a:endParaRPr sz="1400" b="0" i="0" u="none" strike="noStrike" cap="none">
              <a:solidFill>
                <a:srgbClr val="000000"/>
              </a:solidFill>
              <a:latin typeface="Arial"/>
              <a:ea typeface="Arial"/>
              <a:cs typeface="Arial"/>
              <a:sym typeface="Arial"/>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22"/>
                                        </p:tgtEl>
                                        <p:attrNameLst>
                                          <p:attrName>style.visibility</p:attrName>
                                        </p:attrNameLst>
                                      </p:cBhvr>
                                      <p:to>
                                        <p:strVal val="visible"/>
                                      </p:to>
                                    </p:set>
                                    <p:animEffect transition="in" filter="fade">
                                      <p:cBhvr>
                                        <p:cTn id="7" dur="500"/>
                                        <p:tgtEl>
                                          <p:spTgt spid="8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Shape 826"/>
        <p:cNvGrpSpPr/>
        <p:nvPr/>
      </p:nvGrpSpPr>
      <p:grpSpPr>
        <a:xfrm>
          <a:off x="0" y="0"/>
          <a:ext cx="0" cy="0"/>
          <a:chOff x="0" y="0"/>
          <a:chExt cx="0" cy="0"/>
        </a:xfrm>
      </p:grpSpPr>
      <p:sp>
        <p:nvSpPr>
          <p:cNvPr id="827" name="Google Shape;827;p93"/>
          <p:cNvSpPr/>
          <p:nvPr/>
        </p:nvSpPr>
        <p:spPr>
          <a:xfrm>
            <a:off x="1409701" y="147638"/>
            <a:ext cx="7734300" cy="11430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0000"/>
              </a:buClr>
              <a:buSzPts val="3400"/>
              <a:buFont typeface="Arial"/>
              <a:buNone/>
            </a:pPr>
            <a:r>
              <a:rPr lang="en-US" sz="3400" b="1" i="0" u="none" strike="noStrike" cap="none">
                <a:solidFill>
                  <a:schemeClr val="dk1"/>
                </a:solidFill>
                <a:latin typeface="Calibri"/>
                <a:ea typeface="Calibri"/>
                <a:cs typeface="Calibri"/>
                <a:sym typeface="Calibri"/>
              </a:rPr>
              <a:t>Example: PROOF-Logical Inference Rules</a:t>
            </a:r>
            <a:endParaRPr sz="1400" b="0" i="0" u="none" strike="noStrike" cap="none">
              <a:solidFill>
                <a:srgbClr val="000000"/>
              </a:solidFill>
              <a:latin typeface="Arial"/>
              <a:ea typeface="Arial"/>
              <a:cs typeface="Arial"/>
              <a:sym typeface="Arial"/>
            </a:endParaRPr>
          </a:p>
        </p:txBody>
      </p:sp>
      <p:sp>
        <p:nvSpPr>
          <p:cNvPr id="828" name="Google Shape;828;p93"/>
          <p:cNvSpPr/>
          <p:nvPr/>
        </p:nvSpPr>
        <p:spPr>
          <a:xfrm>
            <a:off x="1116013" y="1600200"/>
            <a:ext cx="7570787" cy="2362200"/>
          </a:xfrm>
          <a:prstGeom prst="rect">
            <a:avLst/>
          </a:prstGeom>
          <a:noFill/>
          <a:ln>
            <a:noFill/>
          </a:ln>
        </p:spPr>
        <p:txBody>
          <a:bodyPr spcFirstLastPara="1" wrap="square" lIns="91425" tIns="45700" rIns="91425" bIns="45700" anchor="t" anchorCtr="0">
            <a:noAutofit/>
          </a:bodyPr>
          <a:lstStyle/>
          <a:p>
            <a:pPr marL="342900" marR="0" lvl="0" indent="-342900" algn="l" rtl="0">
              <a:lnSpc>
                <a:spcPct val="90000"/>
              </a:lnSpc>
              <a:spcBef>
                <a:spcPts val="0"/>
              </a:spcBef>
              <a:spcAft>
                <a:spcPts val="0"/>
              </a:spcAft>
              <a:buClr>
                <a:schemeClr val="folHlink"/>
              </a:buClr>
              <a:buSzPts val="2160"/>
              <a:buFont typeface="Noto Sans Symbols"/>
              <a:buNone/>
            </a:pPr>
            <a:r>
              <a:rPr lang="en-US" sz="2400" b="0" i="0" u="none" strike="noStrike" cap="none" dirty="0">
                <a:solidFill>
                  <a:schemeClr val="dk1"/>
                </a:solidFill>
                <a:latin typeface="Arial"/>
                <a:ea typeface="Arial"/>
                <a:cs typeface="Arial"/>
                <a:sym typeface="Arial"/>
              </a:rPr>
              <a:t>GOAL-Is it Raining?</a:t>
            </a:r>
            <a:endParaRPr sz="1400" b="0" i="0" u="none" strike="noStrike" cap="none" dirty="0">
              <a:solidFill>
                <a:srgbClr val="000000"/>
              </a:solidFill>
              <a:latin typeface="Arial"/>
              <a:ea typeface="Arial"/>
              <a:cs typeface="Arial"/>
              <a:sym typeface="Arial"/>
            </a:endParaRPr>
          </a:p>
          <a:p>
            <a:pPr marL="342900" marR="0" lvl="0" indent="-342900" algn="l" rtl="0">
              <a:lnSpc>
                <a:spcPct val="90000"/>
              </a:lnSpc>
              <a:spcBef>
                <a:spcPts val="480"/>
              </a:spcBef>
              <a:spcAft>
                <a:spcPts val="0"/>
              </a:spcAft>
              <a:buClr>
                <a:schemeClr val="dk1"/>
              </a:buClr>
              <a:buSzPts val="2160"/>
              <a:buFont typeface="Noto Sans Symbols"/>
              <a:buNone/>
            </a:pPr>
            <a:r>
              <a:rPr lang="en-US" sz="2400" b="0" i="0" u="none" strike="noStrike" cap="none" dirty="0">
                <a:solidFill>
                  <a:schemeClr val="dk1"/>
                </a:solidFill>
                <a:latin typeface="Arial"/>
                <a:ea typeface="Arial"/>
                <a:cs typeface="Arial"/>
                <a:sym typeface="Arial"/>
              </a:rPr>
              <a:t>1. (H ^ D) -&gt; R	</a:t>
            </a:r>
            <a:endParaRPr sz="1400" b="0" i="0" u="none" strike="noStrike" cap="none" dirty="0">
              <a:solidFill>
                <a:srgbClr val="000000"/>
              </a:solidFill>
              <a:latin typeface="Arial"/>
              <a:ea typeface="Arial"/>
              <a:cs typeface="Arial"/>
              <a:sym typeface="Arial"/>
            </a:endParaRPr>
          </a:p>
          <a:p>
            <a:pPr marL="342900" marR="0" lvl="0" indent="-342900" algn="l" rtl="0">
              <a:lnSpc>
                <a:spcPct val="90000"/>
              </a:lnSpc>
              <a:spcBef>
                <a:spcPts val="480"/>
              </a:spcBef>
              <a:spcAft>
                <a:spcPts val="0"/>
              </a:spcAft>
              <a:buClr>
                <a:schemeClr val="dk1"/>
              </a:buClr>
              <a:buSzPts val="2160"/>
              <a:buFont typeface="Noto Sans Symbols"/>
              <a:buNone/>
            </a:pPr>
            <a:r>
              <a:rPr lang="en-US" sz="2400" b="0" i="0" u="none" strike="noStrike" cap="none" dirty="0">
                <a:solidFill>
                  <a:schemeClr val="dk1"/>
                </a:solidFill>
                <a:latin typeface="Arial"/>
                <a:ea typeface="Arial"/>
                <a:cs typeface="Arial"/>
                <a:sym typeface="Arial"/>
              </a:rPr>
              <a:t>2. D -&gt; H		</a:t>
            </a:r>
            <a:endParaRPr sz="1400" b="0" i="0" u="none" strike="noStrike" cap="none" dirty="0">
              <a:solidFill>
                <a:srgbClr val="000000"/>
              </a:solidFill>
              <a:latin typeface="Arial"/>
              <a:ea typeface="Arial"/>
              <a:cs typeface="Arial"/>
              <a:sym typeface="Arial"/>
            </a:endParaRPr>
          </a:p>
          <a:p>
            <a:pPr marL="342900" marR="0" lvl="0" indent="-342900" algn="l" rtl="0">
              <a:lnSpc>
                <a:spcPct val="90000"/>
              </a:lnSpc>
              <a:spcBef>
                <a:spcPts val="480"/>
              </a:spcBef>
              <a:spcAft>
                <a:spcPts val="0"/>
              </a:spcAft>
              <a:buClr>
                <a:schemeClr val="dk1"/>
              </a:buClr>
              <a:buSzPts val="2160"/>
              <a:buFont typeface="Noto Sans Symbols"/>
              <a:buNone/>
            </a:pPr>
            <a:r>
              <a:rPr lang="en-US" sz="2400" b="0" i="0" u="none" strike="noStrike" cap="none" dirty="0">
                <a:solidFill>
                  <a:schemeClr val="dk1"/>
                </a:solidFill>
                <a:latin typeface="Arial"/>
                <a:ea typeface="Arial"/>
                <a:cs typeface="Arial"/>
                <a:sym typeface="Arial"/>
              </a:rPr>
              <a:t>3. D		</a:t>
            </a:r>
            <a:endParaRPr sz="1400" b="0" i="0" u="none" strike="noStrike" cap="none" dirty="0">
              <a:solidFill>
                <a:srgbClr val="000000"/>
              </a:solidFill>
              <a:latin typeface="Arial"/>
              <a:ea typeface="Arial"/>
              <a:cs typeface="Arial"/>
              <a:sym typeface="Arial"/>
            </a:endParaRPr>
          </a:p>
          <a:p>
            <a:pPr marL="342900" marR="0" lvl="0" indent="-342900" algn="l" rtl="0">
              <a:lnSpc>
                <a:spcPct val="90000"/>
              </a:lnSpc>
              <a:spcBef>
                <a:spcPts val="480"/>
              </a:spcBef>
              <a:spcAft>
                <a:spcPts val="0"/>
              </a:spcAft>
              <a:buClr>
                <a:schemeClr val="dk1"/>
              </a:buClr>
              <a:buSzPts val="2160"/>
              <a:buFont typeface="Noto Sans Symbols"/>
              <a:buNone/>
            </a:pPr>
            <a:r>
              <a:rPr lang="en-US" sz="2400" b="0" i="0" u="none" strike="noStrike" cap="none" dirty="0">
                <a:solidFill>
                  <a:schemeClr val="dk1"/>
                </a:solidFill>
                <a:latin typeface="Arial"/>
                <a:ea typeface="Arial"/>
                <a:cs typeface="Arial"/>
                <a:sym typeface="Arial"/>
              </a:rPr>
              <a:t>	</a:t>
            </a:r>
            <a:endParaRPr sz="1400" b="0" i="0" u="none" strike="noStrike" cap="none" dirty="0">
              <a:solidFill>
                <a:srgbClr val="000000"/>
              </a:solidFill>
              <a:latin typeface="Arial"/>
              <a:ea typeface="Arial"/>
              <a:cs typeface="Arial"/>
              <a:sym typeface="Arial"/>
            </a:endParaRPr>
          </a:p>
        </p:txBody>
      </p:sp>
      <p:sp>
        <p:nvSpPr>
          <p:cNvPr id="829" name="Google Shape;829;p93"/>
          <p:cNvSpPr txBox="1"/>
          <p:nvPr/>
        </p:nvSpPr>
        <p:spPr>
          <a:xfrm rot="5400000">
            <a:off x="6704807" y="4190207"/>
            <a:ext cx="1066800" cy="45878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1800"/>
              <a:buFont typeface="Arial"/>
              <a:buNone/>
            </a:pPr>
            <a:endParaRPr sz="1800" b="0" i="0" u="none" strike="noStrike" cap="none">
              <a:solidFill>
                <a:schemeClr val="dk1"/>
              </a:solidFill>
              <a:latin typeface="Arial"/>
              <a:ea typeface="Arial"/>
              <a:cs typeface="Arial"/>
              <a:sym typeface="Arial"/>
            </a:endParaRPr>
          </a:p>
        </p:txBody>
      </p:sp>
      <p:sp>
        <p:nvSpPr>
          <p:cNvPr id="830" name="Google Shape;830;p93"/>
          <p:cNvSpPr/>
          <p:nvPr/>
        </p:nvSpPr>
        <p:spPr>
          <a:xfrm>
            <a:off x="685800" y="3733800"/>
            <a:ext cx="7620000" cy="8223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From 2 and 3: by Modus Ponens, we infer: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	4. H</a:t>
            </a:r>
            <a:endParaRPr sz="1400" b="0" i="0" u="none" strike="noStrike" cap="none">
              <a:solidFill>
                <a:srgbClr val="000000"/>
              </a:solidFill>
              <a:latin typeface="Arial"/>
              <a:ea typeface="Arial"/>
              <a:cs typeface="Arial"/>
              <a:sym typeface="Arial"/>
            </a:endParaRPr>
          </a:p>
        </p:txBody>
      </p:sp>
      <p:sp>
        <p:nvSpPr>
          <p:cNvPr id="831" name="Google Shape;831;p93"/>
          <p:cNvSpPr/>
          <p:nvPr/>
        </p:nvSpPr>
        <p:spPr>
          <a:xfrm>
            <a:off x="762000" y="4495800"/>
            <a:ext cx="6096000" cy="830997"/>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From 4: by AND-introduction, we infer: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	5. H ^ D </a:t>
            </a:r>
            <a:endParaRPr sz="1400" b="0" i="0" u="none" strike="noStrike" cap="none">
              <a:solidFill>
                <a:srgbClr val="000000"/>
              </a:solidFill>
              <a:latin typeface="Arial"/>
              <a:ea typeface="Arial"/>
              <a:cs typeface="Arial"/>
              <a:sym typeface="Arial"/>
            </a:endParaRPr>
          </a:p>
        </p:txBody>
      </p:sp>
      <p:sp>
        <p:nvSpPr>
          <p:cNvPr id="832" name="Google Shape;832;p93"/>
          <p:cNvSpPr/>
          <p:nvPr/>
        </p:nvSpPr>
        <p:spPr>
          <a:xfrm>
            <a:off x="838200" y="5334000"/>
            <a:ext cx="6934200" cy="822325"/>
          </a:xfrm>
          <a:prstGeom prst="rect">
            <a:avLst/>
          </a:prstGeom>
          <a:noFill/>
          <a:ln>
            <a:noFill/>
          </a:ln>
        </p:spPr>
        <p:txBody>
          <a:bodyPr spcFirstLastPara="1" wrap="square" lIns="91425" tIns="45700" rIns="91425" bIns="45700"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From 1 and 5: by Modus Ponens, we infer:</a:t>
            </a:r>
            <a:endParaRPr sz="1400" b="0" i="0" u="none" strike="noStrike" cap="none">
              <a:solidFill>
                <a:srgbClr val="000000"/>
              </a:solidFill>
              <a:latin typeface="Arial"/>
              <a:ea typeface="Arial"/>
              <a:cs typeface="Arial"/>
              <a:sym typeface="Arial"/>
            </a:endParaRPr>
          </a:p>
          <a:p>
            <a:pPr marL="0" marR="0" lvl="0" indent="0" algn="l" rtl="0">
              <a:lnSpc>
                <a:spcPct val="100000"/>
              </a:lnSpc>
              <a:spcBef>
                <a:spcPts val="0"/>
              </a:spcBef>
              <a:spcAft>
                <a:spcPts val="0"/>
              </a:spcAft>
              <a:buClr>
                <a:srgbClr val="000000"/>
              </a:buClr>
              <a:buSzPts val="2400"/>
              <a:buFont typeface="Arial"/>
              <a:buNone/>
            </a:pPr>
            <a:r>
              <a:rPr lang="en-US" sz="2400" b="0" i="0" u="none" strike="noStrike" cap="none">
                <a:solidFill>
                  <a:schemeClr val="dk1"/>
                </a:solidFill>
                <a:latin typeface="Arial"/>
                <a:ea typeface="Arial"/>
                <a:cs typeface="Arial"/>
                <a:sym typeface="Arial"/>
              </a:rPr>
              <a:t>	6. </a:t>
            </a:r>
            <a:r>
              <a:rPr lang="en-US" sz="2400" b="1" i="0" u="none" strike="noStrike" cap="none">
                <a:solidFill>
                  <a:schemeClr val="dk1"/>
                </a:solidFill>
                <a:latin typeface="Arial"/>
                <a:ea typeface="Arial"/>
                <a:cs typeface="Arial"/>
                <a:sym typeface="Arial"/>
              </a:rPr>
              <a:t>R</a:t>
            </a:r>
            <a:r>
              <a:rPr lang="en-US" sz="2400" b="0" i="0" u="none" strike="noStrike" cap="none">
                <a:solidFill>
                  <a:schemeClr val="dk1"/>
                </a:solidFill>
                <a:latin typeface="Arial"/>
                <a:ea typeface="Arial"/>
                <a:cs typeface="Arial"/>
                <a:sym typeface="Arial"/>
              </a:rPr>
              <a:t>     (Goal -- It is raining)</a:t>
            </a:r>
            <a:endParaRPr sz="1400" b="0" i="0" u="none" strike="noStrike" cap="none">
              <a:solidFill>
                <a:srgbClr val="000000"/>
              </a:solidFill>
              <a:latin typeface="Arial"/>
              <a:ea typeface="Arial"/>
              <a:cs typeface="Arial"/>
              <a:sym typeface="Arial"/>
            </a:endParaRPr>
          </a:p>
        </p:txBody>
      </p:sp>
      <p:pic>
        <p:nvPicPr>
          <p:cNvPr id="833" name="Google Shape;833;p93"/>
          <p:cNvPicPr preferRelativeResize="0"/>
          <p:nvPr/>
        </p:nvPicPr>
        <p:blipFill rotWithShape="1">
          <a:blip r:embed="rId3">
            <a:alphaModFix/>
          </a:blip>
          <a:srcRect/>
          <a:stretch/>
        </p:blipFill>
        <p:spPr>
          <a:xfrm>
            <a:off x="1325563" y="3030538"/>
            <a:ext cx="84137" cy="84137"/>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830"/>
                                        </p:tgtEl>
                                        <p:attrNameLst>
                                          <p:attrName>style.visibility</p:attrName>
                                        </p:attrNameLst>
                                      </p:cBhvr>
                                      <p:to>
                                        <p:strVal val="visible"/>
                                      </p:to>
                                    </p:set>
                                    <p:animEffect transition="in" filter="fade">
                                      <p:cBhvr>
                                        <p:cTn id="7" dur="500"/>
                                        <p:tgtEl>
                                          <p:spTgt spid="830"/>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nodeType="clickEffect">
                                  <p:stCondLst>
                                    <p:cond delay="0"/>
                                  </p:stCondLst>
                                  <p:childTnLst>
                                    <p:set>
                                      <p:cBhvr>
                                        <p:cTn id="11" dur="1" fill="hold">
                                          <p:stCondLst>
                                            <p:cond delay="0"/>
                                          </p:stCondLst>
                                        </p:cTn>
                                        <p:tgtEl>
                                          <p:spTgt spid="831"/>
                                        </p:tgtEl>
                                        <p:attrNameLst>
                                          <p:attrName>style.visibility</p:attrName>
                                        </p:attrNameLst>
                                      </p:cBhvr>
                                      <p:to>
                                        <p:strVal val="visible"/>
                                      </p:to>
                                    </p:set>
                                    <p:animEffect transition="in" filter="fade">
                                      <p:cBhvr>
                                        <p:cTn id="12" dur="500"/>
                                        <p:tgtEl>
                                          <p:spTgt spid="831"/>
                                        </p:tgtEl>
                                      </p:cBhvr>
                                    </p:animEffect>
                                  </p:childTnLst>
                                </p:cTn>
                              </p:par>
                            </p:childTnLst>
                          </p:cTn>
                        </p:par>
                      </p:childTnLst>
                    </p:cTn>
                  </p:par>
                  <p:par>
                    <p:cTn id="13" fill="hold">
                      <p:stCondLst>
                        <p:cond delay="indefinite"/>
                      </p:stCondLst>
                      <p:childTnLst>
                        <p:par>
                          <p:cTn id="14" fill="hold">
                            <p:stCondLst>
                              <p:cond delay="0"/>
                            </p:stCondLst>
                            <p:childTnLst>
                              <p:par>
                                <p:cTn id="15" presetID="10" presetClass="entr" presetSubtype="0" fill="hold" nodeType="clickEffect">
                                  <p:stCondLst>
                                    <p:cond delay="0"/>
                                  </p:stCondLst>
                                  <p:childTnLst>
                                    <p:set>
                                      <p:cBhvr>
                                        <p:cTn id="16" dur="1" fill="hold">
                                          <p:stCondLst>
                                            <p:cond delay="0"/>
                                          </p:stCondLst>
                                        </p:cTn>
                                        <p:tgtEl>
                                          <p:spTgt spid="832"/>
                                        </p:tgtEl>
                                        <p:attrNameLst>
                                          <p:attrName>style.visibility</p:attrName>
                                        </p:attrNameLst>
                                      </p:cBhvr>
                                      <p:to>
                                        <p:strVal val="visible"/>
                                      </p:to>
                                    </p:set>
                                    <p:animEffect transition="in" filter="fade">
                                      <p:cBhvr>
                                        <p:cTn id="17" dur="2000"/>
                                        <p:tgtEl>
                                          <p:spTgt spid="8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Shape 838"/>
        <p:cNvGrpSpPr/>
        <p:nvPr/>
      </p:nvGrpSpPr>
      <p:grpSpPr>
        <a:xfrm>
          <a:off x="0" y="0"/>
          <a:ext cx="0" cy="0"/>
          <a:chOff x="0" y="0"/>
          <a:chExt cx="0" cy="0"/>
        </a:xfrm>
      </p:grpSpPr>
      <p:sp>
        <p:nvSpPr>
          <p:cNvPr id="839" name="Google Shape;839;g319ab28795c_0_0"/>
          <p:cNvSpPr txBox="1"/>
          <p:nvPr/>
        </p:nvSpPr>
        <p:spPr>
          <a:xfrm>
            <a:off x="5894900" y="3360900"/>
            <a:ext cx="3000000" cy="892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300" b="1">
                <a:solidFill>
                  <a:schemeClr val="dk1"/>
                </a:solidFill>
                <a:latin typeface="Calibri"/>
                <a:ea typeface="Calibri"/>
                <a:cs typeface="Calibri"/>
                <a:sym typeface="Calibri"/>
              </a:rPr>
              <a:t>PROOF-Logical Inference Rules</a:t>
            </a:r>
            <a:endParaRPr sz="300">
              <a:solidFill>
                <a:schemeClr val="dk1"/>
              </a:solidFill>
            </a:endParaRPr>
          </a:p>
        </p:txBody>
      </p:sp>
      <p:sp>
        <p:nvSpPr>
          <p:cNvPr id="840" name="Google Shape;840;g319ab28795c_0_0"/>
          <p:cNvSpPr txBox="1">
            <a:spLocks noGrp="1"/>
          </p:cNvSpPr>
          <p:nvPr>
            <p:ph type="sldNum" idx="12"/>
          </p:nvPr>
        </p:nvSpPr>
        <p:spPr>
          <a:xfrm>
            <a:off x="6553200" y="6598396"/>
            <a:ext cx="2133600" cy="365100"/>
          </a:xfrm>
          <a:prstGeom prst="rect">
            <a:avLst/>
          </a:prstGeom>
        </p:spPr>
        <p:txBody>
          <a:bodyPr spcFirstLastPara="1" wrap="square" lIns="91425" tIns="45700" rIns="91425" bIns="45700" anchor="ctr" anchorCtr="0">
            <a:noAutofit/>
          </a:bodyPr>
          <a:lstStyle/>
          <a:p>
            <a:pPr marL="0" lvl="0" indent="0" algn="r" rtl="0">
              <a:spcBef>
                <a:spcPts val="0"/>
              </a:spcBef>
              <a:spcAft>
                <a:spcPts val="0"/>
              </a:spcAft>
              <a:buNone/>
            </a:pPr>
            <a:fld id="{00000000-1234-1234-1234-123412341234}" type="slidenum">
              <a:rPr lang="en-US"/>
              <a:t>98</a:t>
            </a:fld>
            <a:endParaRPr/>
          </a:p>
        </p:txBody>
      </p:sp>
      <p:pic>
        <p:nvPicPr>
          <p:cNvPr id="841" name="Google Shape;841;g319ab28795c_0_0"/>
          <p:cNvPicPr preferRelativeResize="0"/>
          <p:nvPr/>
        </p:nvPicPr>
        <p:blipFill>
          <a:blip r:embed="rId3">
            <a:alphaModFix/>
          </a:blip>
          <a:stretch>
            <a:fillRect/>
          </a:stretch>
        </p:blipFill>
        <p:spPr>
          <a:xfrm>
            <a:off x="58375" y="157275"/>
            <a:ext cx="5856051" cy="3041450"/>
          </a:xfrm>
          <a:prstGeom prst="rect">
            <a:avLst/>
          </a:prstGeom>
          <a:noFill/>
          <a:ln w="28575" cap="flat" cmpd="sng">
            <a:solidFill>
              <a:schemeClr val="dk2"/>
            </a:solidFill>
            <a:prstDash val="solid"/>
            <a:round/>
            <a:headEnd type="none" w="sm" len="sm"/>
            <a:tailEnd type="none" w="sm" len="sm"/>
          </a:ln>
        </p:spPr>
      </p:pic>
      <p:sp>
        <p:nvSpPr>
          <p:cNvPr id="842" name="Google Shape;842;g319ab28795c_0_0"/>
          <p:cNvSpPr txBox="1"/>
          <p:nvPr/>
        </p:nvSpPr>
        <p:spPr>
          <a:xfrm>
            <a:off x="6381350" y="398850"/>
            <a:ext cx="2027100" cy="1908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US" sz="2800" b="1">
                <a:solidFill>
                  <a:schemeClr val="dk1"/>
                </a:solidFill>
                <a:latin typeface="Calibri"/>
                <a:ea typeface="Calibri"/>
                <a:cs typeface="Calibri"/>
                <a:sym typeface="Calibri"/>
              </a:rPr>
              <a:t>Translate the KB into propositional logic</a:t>
            </a:r>
            <a:endParaRPr/>
          </a:p>
        </p:txBody>
      </p:sp>
      <p:pic>
        <p:nvPicPr>
          <p:cNvPr id="843" name="Google Shape;843;g319ab28795c_0_0"/>
          <p:cNvPicPr preferRelativeResize="0"/>
          <p:nvPr/>
        </p:nvPicPr>
        <p:blipFill>
          <a:blip r:embed="rId4">
            <a:alphaModFix/>
          </a:blip>
          <a:stretch>
            <a:fillRect/>
          </a:stretch>
        </p:blipFill>
        <p:spPr>
          <a:xfrm>
            <a:off x="118125" y="3360900"/>
            <a:ext cx="5585012" cy="3041450"/>
          </a:xfrm>
          <a:prstGeom prst="rect">
            <a:avLst/>
          </a:prstGeom>
          <a:noFill/>
          <a:ln w="19050" cap="flat" cmpd="sng">
            <a:solidFill>
              <a:schemeClr val="dk2"/>
            </a:solidFill>
            <a:prstDash val="solid"/>
            <a:round/>
            <a:headEnd type="none" w="sm" len="sm"/>
            <a:tailEnd type="none" w="sm" len="sm"/>
          </a:ln>
        </p:spPr>
      </p:pic>
      <p:pic>
        <p:nvPicPr>
          <p:cNvPr id="844" name="Google Shape;844;g319ab28795c_0_0"/>
          <p:cNvPicPr preferRelativeResize="0"/>
          <p:nvPr/>
        </p:nvPicPr>
        <p:blipFill>
          <a:blip r:embed="rId5">
            <a:alphaModFix/>
          </a:blip>
          <a:stretch>
            <a:fillRect/>
          </a:stretch>
        </p:blipFill>
        <p:spPr>
          <a:xfrm>
            <a:off x="6047450" y="4528388"/>
            <a:ext cx="1157550" cy="706475"/>
          </a:xfrm>
          <a:prstGeom prst="rect">
            <a:avLst/>
          </a:prstGeom>
          <a:noFill/>
          <a:ln w="19050" cap="flat" cmpd="sng">
            <a:solidFill>
              <a:schemeClr val="dk2"/>
            </a:solidFill>
            <a:prstDash val="solid"/>
            <a:round/>
            <a:headEnd type="none" w="sm" len="sm"/>
            <a:tailEnd type="none" w="sm" len="sm"/>
          </a:ln>
        </p:spPr>
      </p:pic>
      <p:pic>
        <p:nvPicPr>
          <p:cNvPr id="845" name="Google Shape;845;g319ab28795c_0_0"/>
          <p:cNvPicPr preferRelativeResize="0"/>
          <p:nvPr/>
        </p:nvPicPr>
        <p:blipFill>
          <a:blip r:embed="rId6">
            <a:alphaModFix/>
          </a:blip>
          <a:stretch>
            <a:fillRect/>
          </a:stretch>
        </p:blipFill>
        <p:spPr>
          <a:xfrm>
            <a:off x="6118200" y="5307139"/>
            <a:ext cx="1174317" cy="706475"/>
          </a:xfrm>
          <a:prstGeom prst="rect">
            <a:avLst/>
          </a:prstGeom>
          <a:noFill/>
          <a:ln w="19050" cap="flat" cmpd="sng">
            <a:solidFill>
              <a:schemeClr val="dk2"/>
            </a:solidFill>
            <a:prstDash val="solid"/>
            <a:round/>
            <a:headEnd type="none" w="sm" len="sm"/>
            <a:tailEnd type="none" w="sm" len="sm"/>
          </a:ln>
        </p:spPr>
      </p:pic>
      <p:cxnSp>
        <p:nvCxnSpPr>
          <p:cNvPr id="846" name="Google Shape;846;g319ab28795c_0_0"/>
          <p:cNvCxnSpPr/>
          <p:nvPr/>
        </p:nvCxnSpPr>
        <p:spPr>
          <a:xfrm flipH="1">
            <a:off x="5446850" y="4881625"/>
            <a:ext cx="600600" cy="900"/>
          </a:xfrm>
          <a:prstGeom prst="straightConnector1">
            <a:avLst/>
          </a:prstGeom>
          <a:noFill/>
          <a:ln w="9525" cap="flat" cmpd="sng">
            <a:solidFill>
              <a:schemeClr val="dk2"/>
            </a:solidFill>
            <a:prstDash val="solid"/>
            <a:round/>
            <a:headEnd type="none" w="med" len="med"/>
            <a:tailEnd type="none" w="med" len="med"/>
          </a:ln>
        </p:spPr>
      </p:cxnSp>
      <p:cxnSp>
        <p:nvCxnSpPr>
          <p:cNvPr id="847" name="Google Shape;847;g319ab28795c_0_0"/>
          <p:cNvCxnSpPr>
            <a:stCxn id="844" idx="1"/>
          </p:cNvCxnSpPr>
          <p:nvPr/>
        </p:nvCxnSpPr>
        <p:spPr>
          <a:xfrm flipH="1">
            <a:off x="5069150" y="4881625"/>
            <a:ext cx="978300" cy="901500"/>
          </a:xfrm>
          <a:prstGeom prst="straightConnector1">
            <a:avLst/>
          </a:prstGeom>
          <a:noFill/>
          <a:ln w="9525" cap="flat" cmpd="sng">
            <a:solidFill>
              <a:schemeClr val="dk2"/>
            </a:solidFill>
            <a:prstDash val="solid"/>
            <a:round/>
            <a:headEnd type="none" w="med" len="med"/>
            <a:tailEnd type="none" w="med" len="med"/>
          </a:ln>
        </p:spPr>
      </p:cxnSp>
      <p:cxnSp>
        <p:nvCxnSpPr>
          <p:cNvPr id="848" name="Google Shape;848;g319ab28795c_0_0"/>
          <p:cNvCxnSpPr>
            <a:stCxn id="845" idx="1"/>
          </p:cNvCxnSpPr>
          <p:nvPr/>
        </p:nvCxnSpPr>
        <p:spPr>
          <a:xfrm rot="10800000">
            <a:off x="4982100" y="5383776"/>
            <a:ext cx="1136100" cy="276600"/>
          </a:xfrm>
          <a:prstGeom prst="straightConnector1">
            <a:avLst/>
          </a:prstGeom>
          <a:noFill/>
          <a:ln w="9525" cap="flat" cmpd="sng">
            <a:solidFill>
              <a:srgbClr val="C00000"/>
            </a:solidFill>
            <a:prstDash val="solid"/>
            <a:round/>
            <a:headEnd type="none" w="med" len="med"/>
            <a:tailEnd type="none" w="med" len="med"/>
          </a:ln>
        </p:spPr>
      </p:cxnSp>
    </p:spTree>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Shape 852"/>
        <p:cNvGrpSpPr/>
        <p:nvPr/>
      </p:nvGrpSpPr>
      <p:grpSpPr>
        <a:xfrm>
          <a:off x="0" y="0"/>
          <a:ext cx="0" cy="0"/>
          <a:chOff x="0" y="0"/>
          <a:chExt cx="0" cy="0"/>
        </a:xfrm>
      </p:grpSpPr>
      <p:sp>
        <p:nvSpPr>
          <p:cNvPr id="853" name="Google Shape;853;p94"/>
          <p:cNvSpPr txBox="1">
            <a:spLocks noGrp="1"/>
          </p:cNvSpPr>
          <p:nvPr>
            <p:ph type="title"/>
          </p:nvPr>
        </p:nvSpPr>
        <p:spPr>
          <a:xfrm>
            <a:off x="609600" y="0"/>
            <a:ext cx="8243888" cy="131445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Applications of First-Order Logic</a:t>
            </a:r>
            <a:endParaRPr/>
          </a:p>
        </p:txBody>
      </p:sp>
      <p:sp>
        <p:nvSpPr>
          <p:cNvPr id="854" name="Google Shape;854;p94"/>
          <p:cNvSpPr txBox="1">
            <a:spLocks noGrp="1"/>
          </p:cNvSpPr>
          <p:nvPr>
            <p:ph type="body" idx="1"/>
          </p:nvPr>
        </p:nvSpPr>
        <p:spPr>
          <a:xfrm>
            <a:off x="591457" y="1905000"/>
            <a:ext cx="8229600" cy="4151313"/>
          </a:xfrm>
          <a:prstGeom prst="rect">
            <a:avLst/>
          </a:prstGeom>
          <a:noFill/>
          <a:ln>
            <a:noFill/>
          </a:ln>
        </p:spPr>
        <p:txBody>
          <a:bodyPr spcFirstLastPara="1" wrap="square" lIns="91425" tIns="45700" rIns="91425" bIns="45700" anchor="t" anchorCtr="0">
            <a:normAutofit/>
          </a:bodyPr>
          <a:lstStyle/>
          <a:p>
            <a:pPr marL="342900" lvl="0" indent="-342900" algn="l" rtl="0">
              <a:lnSpc>
                <a:spcPct val="100000"/>
              </a:lnSpc>
              <a:spcBef>
                <a:spcPts val="0"/>
              </a:spcBef>
              <a:spcAft>
                <a:spcPts val="0"/>
              </a:spcAft>
              <a:buClr>
                <a:srgbClr val="FF0000"/>
              </a:buClr>
              <a:buSzPts val="3200"/>
              <a:buChar char="•"/>
            </a:pPr>
            <a:r>
              <a:rPr lang="en-US">
                <a:solidFill>
                  <a:srgbClr val="FF0000"/>
                </a:solidFill>
              </a:rPr>
              <a:t>Prolog: a logic programming languages</a:t>
            </a:r>
            <a:endParaRPr/>
          </a:p>
          <a:p>
            <a:pPr marL="342900" lvl="0" indent="-342900" algn="l" rtl="0">
              <a:lnSpc>
                <a:spcPct val="100000"/>
              </a:lnSpc>
              <a:spcBef>
                <a:spcPts val="640"/>
              </a:spcBef>
              <a:spcAft>
                <a:spcPts val="0"/>
              </a:spcAft>
              <a:buClr>
                <a:srgbClr val="000000"/>
              </a:buClr>
              <a:buSzPts val="3200"/>
              <a:buChar char="•"/>
            </a:pPr>
            <a:r>
              <a:rPr lang="en-US">
                <a:solidFill>
                  <a:srgbClr val="000000"/>
                </a:solidFill>
              </a:rPr>
              <a:t>Production systems</a:t>
            </a:r>
            <a:endParaRPr/>
          </a:p>
          <a:p>
            <a:pPr marL="342900" lvl="0" indent="-342900" algn="l" rtl="0">
              <a:lnSpc>
                <a:spcPct val="100000"/>
              </a:lnSpc>
              <a:spcBef>
                <a:spcPts val="640"/>
              </a:spcBef>
              <a:spcAft>
                <a:spcPts val="0"/>
              </a:spcAft>
              <a:buClr>
                <a:srgbClr val="000000"/>
              </a:buClr>
              <a:buSzPts val="3200"/>
              <a:buChar char="•"/>
            </a:pPr>
            <a:r>
              <a:rPr lang="en-US">
                <a:solidFill>
                  <a:srgbClr val="000000"/>
                </a:solidFill>
              </a:rPr>
              <a:t>Semantic nets</a:t>
            </a:r>
            <a:endParaRPr/>
          </a:p>
          <a:p>
            <a:pPr marL="342900" lvl="0" indent="-342900" algn="l" rtl="0">
              <a:lnSpc>
                <a:spcPct val="100000"/>
              </a:lnSpc>
              <a:spcBef>
                <a:spcPts val="640"/>
              </a:spcBef>
              <a:spcAft>
                <a:spcPts val="0"/>
              </a:spcAft>
              <a:buClr>
                <a:srgbClr val="000000"/>
              </a:buClr>
              <a:buSzPts val="3200"/>
              <a:buChar char="•"/>
            </a:pPr>
            <a:r>
              <a:rPr lang="en-US">
                <a:solidFill>
                  <a:srgbClr val="000000"/>
                </a:solidFill>
              </a:rPr>
              <a:t>Automated theorem proving</a:t>
            </a:r>
            <a:endParaRPr/>
          </a:p>
          <a:p>
            <a:pPr marL="342900" lvl="0" indent="-342900" algn="l" rtl="0">
              <a:lnSpc>
                <a:spcPct val="100000"/>
              </a:lnSpc>
              <a:spcBef>
                <a:spcPts val="640"/>
              </a:spcBef>
              <a:spcAft>
                <a:spcPts val="0"/>
              </a:spcAft>
              <a:buClr>
                <a:schemeClr val="dk1"/>
              </a:buClr>
              <a:buSzPts val="3200"/>
              <a:buChar char="•"/>
            </a:pPr>
            <a:r>
              <a:rPr lang="en-US"/>
              <a:t>Planning</a:t>
            </a:r>
            <a:endParaRPr/>
          </a:p>
        </p:txBody>
      </p:sp>
    </p:spTree>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Shape 858"/>
        <p:cNvGrpSpPr/>
        <p:nvPr/>
      </p:nvGrpSpPr>
      <p:grpSpPr>
        <a:xfrm>
          <a:off x="0" y="0"/>
          <a:ext cx="0" cy="0"/>
          <a:chOff x="0" y="0"/>
          <a:chExt cx="0" cy="0"/>
        </a:xfrm>
      </p:grpSpPr>
      <p:sp>
        <p:nvSpPr>
          <p:cNvPr id="859" name="Google Shape;859;p95"/>
          <p:cNvSpPr txBox="1">
            <a:spLocks noGrp="1"/>
          </p:cNvSpPr>
          <p:nvPr>
            <p:ph type="title"/>
          </p:nvPr>
        </p:nvSpPr>
        <p:spPr>
          <a:xfrm>
            <a:off x="457200" y="274638"/>
            <a:ext cx="8229600" cy="1143000"/>
          </a:xfrm>
          <a:prstGeom prst="rect">
            <a:avLst/>
          </a:prstGeom>
          <a:noFill/>
          <a:ln>
            <a:noFill/>
          </a:ln>
        </p:spPr>
        <p:txBody>
          <a:bodyPr spcFirstLastPara="1" wrap="square" lIns="91425" tIns="45700" rIns="91425" bIns="45700" anchor="ctr" anchorCtr="0">
            <a:normAutofit/>
          </a:bodyPr>
          <a:lstStyle/>
          <a:p>
            <a:pPr marL="0" lvl="0" indent="0" algn="ctr" rtl="0">
              <a:lnSpc>
                <a:spcPct val="100000"/>
              </a:lnSpc>
              <a:spcBef>
                <a:spcPts val="0"/>
              </a:spcBef>
              <a:spcAft>
                <a:spcPts val="0"/>
              </a:spcAft>
              <a:buClr>
                <a:schemeClr val="dk1"/>
              </a:buClr>
              <a:buSzPts val="4400"/>
              <a:buFont typeface="Calibri"/>
              <a:buNone/>
            </a:pPr>
            <a:r>
              <a:rPr lang="en-US" b="1"/>
              <a:t>Summary</a:t>
            </a:r>
            <a:endParaRPr/>
          </a:p>
        </p:txBody>
      </p:sp>
      <p:sp>
        <p:nvSpPr>
          <p:cNvPr id="860" name="Google Shape;860;p95"/>
          <p:cNvSpPr txBox="1">
            <a:spLocks noGrp="1"/>
          </p:cNvSpPr>
          <p:nvPr>
            <p:ph type="body" idx="1"/>
          </p:nvPr>
        </p:nvSpPr>
        <p:spPr>
          <a:xfrm>
            <a:off x="457200" y="1752600"/>
            <a:ext cx="8229600" cy="4525963"/>
          </a:xfrm>
          <a:prstGeom prst="rect">
            <a:avLst/>
          </a:prstGeom>
          <a:noFill/>
          <a:ln>
            <a:noFill/>
          </a:ln>
        </p:spPr>
        <p:txBody>
          <a:bodyPr spcFirstLastPara="1" wrap="square" lIns="91425" tIns="45700" rIns="91425" bIns="45700" anchor="t" anchorCtr="0">
            <a:normAutofit/>
          </a:bodyPr>
          <a:lstStyle/>
          <a:p>
            <a:pPr marL="514350" lvl="0" indent="-514350" algn="l" rtl="0">
              <a:lnSpc>
                <a:spcPct val="80000"/>
              </a:lnSpc>
              <a:spcBef>
                <a:spcPts val="0"/>
              </a:spcBef>
              <a:spcAft>
                <a:spcPts val="0"/>
              </a:spcAft>
              <a:buClr>
                <a:schemeClr val="dk1"/>
              </a:buClr>
              <a:buSzPts val="2160"/>
              <a:buAutoNum type="arabicPeriod"/>
            </a:pPr>
            <a:r>
              <a:rPr lang="en-US" sz="2400">
                <a:solidFill>
                  <a:srgbClr val="000000"/>
                </a:solidFill>
              </a:rPr>
              <a:t>We learned three topics in this chapter: AI </a:t>
            </a:r>
            <a:r>
              <a:rPr lang="en-US" sz="2400"/>
              <a:t>knowledge representation, propositional logic and predicate logic.</a:t>
            </a:r>
            <a:endParaRPr/>
          </a:p>
          <a:p>
            <a:pPr marL="514350" lvl="0" indent="-514350" algn="l" rtl="0">
              <a:lnSpc>
                <a:spcPct val="80000"/>
              </a:lnSpc>
              <a:spcBef>
                <a:spcPts val="480"/>
              </a:spcBef>
              <a:spcAft>
                <a:spcPts val="0"/>
              </a:spcAft>
              <a:buClr>
                <a:schemeClr val="dk1"/>
              </a:buClr>
              <a:buSzPts val="2160"/>
              <a:buAutoNum type="arabicPeriod"/>
            </a:pPr>
            <a:r>
              <a:rPr lang="en-US" sz="2400"/>
              <a:t>Knowledge representation is a part of Artificial intelligence which concerned with thinking that contributes to intelligent behavior.</a:t>
            </a:r>
            <a:endParaRPr/>
          </a:p>
          <a:p>
            <a:pPr marL="514350" lvl="0" indent="-514350" algn="l" rtl="0">
              <a:lnSpc>
                <a:spcPct val="80000"/>
              </a:lnSpc>
              <a:spcBef>
                <a:spcPts val="480"/>
              </a:spcBef>
              <a:spcAft>
                <a:spcPts val="0"/>
              </a:spcAft>
              <a:buClr>
                <a:schemeClr val="dk1"/>
              </a:buClr>
              <a:buSzPts val="2160"/>
              <a:buAutoNum type="arabicPeriod"/>
            </a:pPr>
            <a:r>
              <a:rPr lang="en-US" sz="2400"/>
              <a:t>Propositional logic is a branch of mathematical logic which studies the logical relationships between propositions (or statements, sentences, assertions) taken as a whole, and connected via logical connectives.</a:t>
            </a:r>
            <a:endParaRPr/>
          </a:p>
          <a:p>
            <a:pPr marL="514350" lvl="0" indent="-514350" algn="l" rtl="0">
              <a:lnSpc>
                <a:spcPct val="80000"/>
              </a:lnSpc>
              <a:spcBef>
                <a:spcPts val="480"/>
              </a:spcBef>
              <a:spcAft>
                <a:spcPts val="0"/>
              </a:spcAft>
              <a:buClr>
                <a:schemeClr val="dk1"/>
              </a:buClr>
              <a:buSzPts val="2160"/>
              <a:buAutoNum type="arabicPeriod"/>
            </a:pPr>
            <a:r>
              <a:rPr lang="en-US" sz="2400"/>
              <a:t>A predicate is an expression of one or more variables defined on some specific domain. A predicate with variables can be made a proposition by either assigning a value to the variable or by quantifying the variable</a:t>
            </a:r>
            <a:endParaRPr/>
          </a:p>
          <a:p>
            <a:pPr marL="514350" lvl="0" indent="-331470" algn="l" rtl="0">
              <a:lnSpc>
                <a:spcPct val="80000"/>
              </a:lnSpc>
              <a:spcBef>
                <a:spcPts val="640"/>
              </a:spcBef>
              <a:spcAft>
                <a:spcPts val="0"/>
              </a:spcAft>
              <a:buClr>
                <a:schemeClr val="dk1"/>
              </a:buClr>
              <a:buSzPts val="2880"/>
              <a:buNone/>
            </a:pPr>
            <a:endParaRPr/>
          </a:p>
          <a:p>
            <a:pPr marL="514350" lvl="0" indent="-331470" algn="l" rtl="0">
              <a:lnSpc>
                <a:spcPct val="80000"/>
              </a:lnSpc>
              <a:spcBef>
                <a:spcPts val="640"/>
              </a:spcBef>
              <a:spcAft>
                <a:spcPts val="0"/>
              </a:spcAft>
              <a:buClr>
                <a:schemeClr val="dk1"/>
              </a:buClr>
              <a:buSzPts val="2880"/>
              <a:buNone/>
            </a:pPr>
            <a:endParaRPr/>
          </a:p>
        </p:txBody>
      </p:sp>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300</TotalTime>
  <Words>4433</Words>
  <Application>Microsoft Office PowerPoint</Application>
  <PresentationFormat>On-screen Show (4:3)</PresentationFormat>
  <Paragraphs>587</Paragraphs>
  <Slides>100</Slides>
  <Notes>96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100</vt:i4>
      </vt:variant>
    </vt:vector>
  </HeadingPairs>
  <TitlesOfParts>
    <vt:vector size="108" baseType="lpstr">
      <vt:lpstr>Times</vt:lpstr>
      <vt:lpstr>Calibri</vt:lpstr>
      <vt:lpstr>Arial</vt:lpstr>
      <vt:lpstr>Times New Roman</vt:lpstr>
      <vt:lpstr>Noto Sans Symbols</vt:lpstr>
      <vt:lpstr>Roboto</vt:lpstr>
      <vt:lpstr>Verdana</vt:lpstr>
      <vt:lpstr>Office Theme</vt:lpstr>
      <vt:lpstr>Knowledge Representation </vt:lpstr>
      <vt:lpstr>Outline</vt:lpstr>
      <vt:lpstr>2.1 AI-based knowledge representation </vt:lpstr>
      <vt:lpstr>Representation </vt:lpstr>
      <vt:lpstr>Choosing a Representation</vt:lpstr>
      <vt:lpstr>Some General Representations</vt:lpstr>
      <vt:lpstr>Syntax and Semantics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2.2 Propositional Logic </vt:lpstr>
      <vt:lpstr>What is a Logic?</vt:lpstr>
      <vt:lpstr>Ask google ..what is propositional logic?</vt:lpstr>
      <vt:lpstr>Basic Logic Operations</vt:lpstr>
      <vt:lpstr>PowerPoint Presentation</vt:lpstr>
      <vt:lpstr>PowerPoint Presentation</vt:lpstr>
      <vt:lpstr>Logic in General (1)</vt:lpstr>
      <vt:lpstr>Logic in General (2)</vt:lpstr>
      <vt:lpstr>Propositions???</vt:lpstr>
      <vt:lpstr>Propositional Logic</vt:lpstr>
      <vt:lpstr>Propositional Logic</vt:lpstr>
      <vt:lpstr>How to determine Propositions??</vt:lpstr>
      <vt:lpstr>Connectives</vt:lpstr>
      <vt:lpstr>Propositional Logic: Syntax</vt:lpstr>
      <vt:lpstr>Propositional Logic: Semantic</vt:lpstr>
      <vt:lpstr>Propositional Logic: Semantic</vt:lpstr>
      <vt:lpstr>And (also called conjunction)</vt:lpstr>
      <vt:lpstr>Natural Language Meaning (1)</vt:lpstr>
      <vt:lpstr>Natural Language Meaning (2)</vt:lpstr>
      <vt:lpstr>Or </vt:lpstr>
      <vt:lpstr>Natural Language Meaning</vt:lpstr>
      <vt:lpstr>Not </vt:lpstr>
      <vt:lpstr>Natural Language Meaning</vt:lpstr>
      <vt:lpstr>If . . . then  . .   </vt:lpstr>
      <vt:lpstr>Natural Language Meaning</vt:lpstr>
      <vt:lpstr>More About Implication</vt:lpstr>
      <vt:lpstr>Contrapositive</vt:lpstr>
      <vt:lpstr>Biconditional </vt:lpstr>
      <vt:lpstr>Biconditional</vt:lpstr>
      <vt:lpstr>WFF</vt:lpstr>
      <vt:lpstr>Example</vt:lpstr>
      <vt:lpstr>Recap: Truth Tables</vt:lpstr>
      <vt:lpstr>Truth Tables for Compound Propositions</vt:lpstr>
      <vt:lpstr>Quiz</vt:lpstr>
      <vt:lpstr>Quiz</vt:lpstr>
      <vt:lpstr>... So</vt:lpstr>
      <vt:lpstr>Try this..</vt:lpstr>
      <vt:lpstr>2.3 Predicate Logic </vt:lpstr>
      <vt:lpstr>Predicate Logic</vt:lpstr>
      <vt:lpstr>PowerPoint Presentation</vt:lpstr>
      <vt:lpstr>PowerPoint Presentation</vt:lpstr>
      <vt:lpstr>Predicate Calculus (First Order Logic)</vt:lpstr>
      <vt:lpstr>Example: FOL Sentence</vt:lpstr>
      <vt:lpstr> Example: FOL Sentence</vt:lpstr>
      <vt:lpstr>First-Order Logic (FOL)</vt:lpstr>
      <vt:lpstr>First-Order Logic (FOL)</vt:lpstr>
      <vt:lpstr>PowerPoint Presentation</vt:lpstr>
      <vt:lpstr>Universal Quantification</vt:lpstr>
      <vt:lpstr>Example</vt:lpstr>
      <vt:lpstr>Example</vt:lpstr>
      <vt:lpstr>Existential Quantification</vt:lpstr>
      <vt:lpstr>Example</vt:lpstr>
      <vt:lpstr>Example</vt:lpstr>
      <vt:lpstr>Properties of Quantifiers</vt:lpstr>
      <vt:lpstr>Properties of Quantifiers</vt:lpstr>
      <vt:lpstr>Quantifier Duality</vt:lpstr>
      <vt:lpstr>How to read quantified formulas</vt:lpstr>
      <vt:lpstr>Fun with Sentences</vt:lpstr>
      <vt:lpstr>Proof methods</vt:lpstr>
      <vt:lpstr>Proofs</vt:lpstr>
      <vt:lpstr>Some inference rules… </vt:lpstr>
      <vt:lpstr>Example Proof</vt:lpstr>
      <vt:lpstr>Search with Primitive Inference Rules</vt:lpstr>
      <vt:lpstr>Search with Primitive Inference Rules</vt:lpstr>
      <vt:lpstr>Unification</vt:lpstr>
      <vt:lpstr>Unification</vt:lpstr>
      <vt:lpstr>The unification algorithm</vt:lpstr>
      <vt:lpstr>The unification algorithm</vt:lpstr>
      <vt:lpstr>Propositional Resolution</vt:lpstr>
      <vt:lpstr>Resolution</vt:lpstr>
      <vt:lpstr>PowerPoint Presentation</vt:lpstr>
      <vt:lpstr>PowerPoint Presentation</vt:lpstr>
      <vt:lpstr>PowerPoint Presentation</vt:lpstr>
      <vt:lpstr>Resolution Proof Tree</vt:lpstr>
      <vt:lpstr>Resolution Strategies</vt:lpstr>
      <vt:lpstr> In resolution refutation, can we use a clause that have been resolved? </vt:lpstr>
      <vt:lpstr>Answers </vt:lpstr>
      <vt:lpstr>Answers..</vt:lpstr>
      <vt:lpstr>Answers ..</vt:lpstr>
      <vt:lpstr>Answers..</vt:lpstr>
      <vt:lpstr>PowerPoint Presentation</vt:lpstr>
      <vt:lpstr>PowerPoint Presentation</vt:lpstr>
      <vt:lpstr>PowerPoint Presentation</vt:lpstr>
      <vt:lpstr>Applications of First-Order Logic</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Referee</dc:creator>
  <cp:lastModifiedBy>Norsham Idris</cp:lastModifiedBy>
  <cp:revision>6</cp:revision>
  <dcterms:created xsi:type="dcterms:W3CDTF">2012-07-30T02:22:03Z</dcterms:created>
  <dcterms:modified xsi:type="dcterms:W3CDTF">2025-10-22T03:58:28Z</dcterms:modified>
</cp:coreProperties>
</file>